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73" r:id="rId5"/>
    <p:sldId id="260" r:id="rId6"/>
    <p:sldId id="261" r:id="rId7"/>
    <p:sldId id="267" r:id="rId8"/>
    <p:sldId id="270" r:id="rId9"/>
    <p:sldId id="263" r:id="rId10"/>
    <p:sldId id="26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AEEA74-9A83-4CFF-80D2-D2D64FAFC417}">
          <p14:sldIdLst>
            <p14:sldId id="273"/>
            <p14:sldId id="260"/>
            <p14:sldId id="261"/>
            <p14:sldId id="267"/>
            <p14:sldId id="270"/>
            <p14:sldId id="263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8296"/>
    <a:srgbClr val="FFFF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4" autoAdjust="0"/>
    <p:restoredTop sz="96357" autoAdjust="0"/>
  </p:normalViewPr>
  <p:slideViewPr>
    <p:cSldViewPr snapToGrid="0">
      <p:cViewPr varScale="1">
        <p:scale>
          <a:sx n="106" d="100"/>
          <a:sy n="106" d="100"/>
        </p:scale>
        <p:origin x="9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9E72A-49A9-459E-98C8-C1FF178B993C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675DF-F74B-4DC8-B72E-98B85E8221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168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675DF-F74B-4DC8-B72E-98B85E82217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149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675DF-F74B-4DC8-B72E-98B85E82217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7239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675DF-F74B-4DC8-B72E-98B85E82217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149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3E8A34F5-9782-784E-85B4-40B77F8DC845}"/>
              </a:ext>
            </a:extLst>
          </p:cNvPr>
          <p:cNvSpPr/>
          <p:nvPr/>
        </p:nvSpPr>
        <p:spPr>
          <a:xfrm>
            <a:off x="10164763" y="0"/>
            <a:ext cx="2027237" cy="5517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>
              <a:latin typeface="Inter Light" panose="020B0502030000000004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01547D3-3175-9940-B4A6-EAFD8C4DA7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3885" y="4453694"/>
            <a:ext cx="5443537" cy="948334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presentation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977A9B-67B4-D64E-A316-0EDFEAE09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79860" y="6356350"/>
            <a:ext cx="716740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F69FE080-025A-8A49-B0BC-E0BC998CD4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603" y="5300662"/>
            <a:ext cx="5437187" cy="864642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C0AA07AF-1804-E54F-997E-C611C4E350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638" y="3932510"/>
            <a:ext cx="1692771" cy="330137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8D9C7A84-F6F9-7E4B-9672-6B437E00D4D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9264" y="3932510"/>
            <a:ext cx="618108" cy="632483"/>
          </a:xfrm>
          <a:prstGeom prst="rect">
            <a:avLst/>
          </a:prstGeom>
        </p:spPr>
      </p:pic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66389EE9-1C60-4747-95C0-FADA80BD3D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7575" y="692150"/>
            <a:ext cx="6051550" cy="3240088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AA893272-F20C-F649-B2E7-110D84D3E4B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4425" y="3429000"/>
            <a:ext cx="4032250" cy="2736850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90A45E4-FB12-534B-8AF1-DCEBCCB7A46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79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2162">
          <p15:clr>
            <a:srgbClr val="FBAE40"/>
          </p15:clr>
        </p15:guide>
        <p15:guide id="5" pos="2978">
          <p15:clr>
            <a:srgbClr val="FBAE40"/>
          </p15:clr>
        </p15:guide>
        <p15:guide id="6" pos="4702">
          <p15:clr>
            <a:srgbClr val="FBAE40"/>
          </p15:clr>
        </p15:guide>
        <p15:guide id="7" pos="1300">
          <p15:clr>
            <a:srgbClr val="FBAE40"/>
          </p15:clr>
        </p15:guide>
        <p15:guide id="8" pos="7242">
          <p15:clr>
            <a:srgbClr val="FBAE40"/>
          </p15:clr>
        </p15:guide>
        <p15:guide id="9" orient="horz" pos="436">
          <p15:clr>
            <a:srgbClr val="FBAE40"/>
          </p15:clr>
        </p15:guide>
        <p15:guide id="10" orient="horz" pos="3884">
          <p15:clr>
            <a:srgbClr val="FBAE40"/>
          </p15:clr>
        </p15:guide>
        <p15:guide id="11" pos="5541">
          <p15:clr>
            <a:srgbClr val="FBAE40"/>
          </p15:clr>
        </p15:guide>
        <p15:guide id="12" pos="640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D8A1501A-23E1-DF4C-9496-46C391F648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393" y="620688"/>
            <a:ext cx="3096344" cy="792088"/>
          </a:xfrm>
        </p:spPr>
        <p:txBody>
          <a:bodyPr>
            <a:noAutofit/>
          </a:bodyPr>
          <a:lstStyle>
            <a:lvl1pPr marL="0" indent="0" algn="l">
              <a:buNone/>
              <a:defRPr lang="de-AT" sz="4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Agenda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6" name="Textplatzhalter 14">
            <a:extLst>
              <a:ext uri="{FF2B5EF4-FFF2-40B4-BE49-F238E27FC236}">
                <a16:creationId xmlns:a16="http://schemas.microsoft.com/office/drawing/2014/main" id="{C4A5FB42-916A-BB4A-830C-84DB8A15E1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392" y="1412776"/>
            <a:ext cx="3096345" cy="521184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1FDE843-0CD8-F148-B72E-F2DEFB2D640C}"/>
              </a:ext>
            </a:extLst>
          </p:cNvPr>
          <p:cNvSpPr/>
          <p:nvPr/>
        </p:nvSpPr>
        <p:spPr>
          <a:xfrm>
            <a:off x="4740052" y="0"/>
            <a:ext cx="7464425" cy="6165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3246BEA-F2C6-C648-A8DB-E7B7DAAC0D9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2167" y="3316930"/>
            <a:ext cx="618108" cy="632483"/>
          </a:xfrm>
          <a:prstGeom prst="rect">
            <a:avLst/>
          </a:prstGeom>
        </p:spPr>
      </p:pic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902257D4-848B-D44A-8549-B556DFE6315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82800" y="3949700"/>
            <a:ext cx="2654300" cy="1927225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0B0C270-9F4D-2F4A-99C2-B7BDF0E188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87888" y="699797"/>
            <a:ext cx="846187" cy="274492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18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 dirty="0"/>
              <a:t>01 I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D0C1B047-CFC4-4A40-8DEC-0DA5E2BBCC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80358" y="706236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lang="en-US" sz="1800" b="1" i="0" noProof="0" dirty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56A50F38-152D-8345-AEAB-2F1F4D231B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80358" y="980728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AD323C2F-D458-134E-A6F5-54D720C794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1" y="1663798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endParaRPr lang="en-US" noProof="0" dirty="0">
              <a:effectLst/>
              <a:latin typeface="Inter Light" panose="020B0502030000000004" pitchFamily="34" charset="0"/>
            </a:endParaRP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6F0E7A5D-87A7-5F47-AB48-F725332E17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1952376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sp>
        <p:nvSpPr>
          <p:cNvPr id="23" name="Textplatzhalter 16">
            <a:extLst>
              <a:ext uri="{FF2B5EF4-FFF2-40B4-BE49-F238E27FC236}">
                <a16:creationId xmlns:a16="http://schemas.microsoft.com/office/drawing/2014/main" id="{5C87084A-70B5-044C-9189-19B6952B03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2644799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4" name="Textplatzhalter 16">
            <a:extLst>
              <a:ext uri="{FF2B5EF4-FFF2-40B4-BE49-F238E27FC236}">
                <a16:creationId xmlns:a16="http://schemas.microsoft.com/office/drawing/2014/main" id="{9C730FE1-31D8-DC4D-9839-758567609F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1" y="2933377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sp>
        <p:nvSpPr>
          <p:cNvPr id="26" name="Textplatzhalter 16">
            <a:extLst>
              <a:ext uri="{FF2B5EF4-FFF2-40B4-BE49-F238E27FC236}">
                <a16:creationId xmlns:a16="http://schemas.microsoft.com/office/drawing/2014/main" id="{EBBD9B7B-3C00-5243-BF6C-0ECF3036FC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1" y="3621622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7" name="Textplatzhalter 16">
            <a:extLst>
              <a:ext uri="{FF2B5EF4-FFF2-40B4-BE49-F238E27FC236}">
                <a16:creationId xmlns:a16="http://schemas.microsoft.com/office/drawing/2014/main" id="{2A4DEFB4-445B-3E47-9C0C-0F208F2320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1" y="3910200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86BC52F0-B100-9149-B078-340FFA1410F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30" name="Textplatzhalter 16">
            <a:extLst>
              <a:ext uri="{FF2B5EF4-FFF2-40B4-BE49-F238E27FC236}">
                <a16:creationId xmlns:a16="http://schemas.microsoft.com/office/drawing/2014/main" id="{245C64C8-D13F-2F46-BC21-8701B651BF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1" y="4611952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1" name="Textplatzhalter 16">
            <a:extLst>
              <a:ext uri="{FF2B5EF4-FFF2-40B4-BE49-F238E27FC236}">
                <a16:creationId xmlns:a16="http://schemas.microsoft.com/office/drawing/2014/main" id="{F90A3577-8A65-BF4B-A661-7A0894F368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01" y="4900530"/>
            <a:ext cx="5416318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dirty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 dirty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sp>
        <p:nvSpPr>
          <p:cNvPr id="33" name="Textplatzhalter 14">
            <a:extLst>
              <a:ext uri="{FF2B5EF4-FFF2-40B4-BE49-F238E27FC236}">
                <a16:creationId xmlns:a16="http://schemas.microsoft.com/office/drawing/2014/main" id="{88BD00A3-F8CF-D948-93EF-B12B108B200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87888" y="1652834"/>
            <a:ext cx="846187" cy="274492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18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 dirty="0"/>
              <a:t>01 I</a:t>
            </a:r>
          </a:p>
        </p:txBody>
      </p:sp>
      <p:sp>
        <p:nvSpPr>
          <p:cNvPr id="34" name="Textplatzhalter 14">
            <a:extLst>
              <a:ext uri="{FF2B5EF4-FFF2-40B4-BE49-F238E27FC236}">
                <a16:creationId xmlns:a16="http://schemas.microsoft.com/office/drawing/2014/main" id="{29F202F3-8C0A-CF4D-A535-AE518005B2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87888" y="2644507"/>
            <a:ext cx="846187" cy="274492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18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 dirty="0"/>
              <a:t>01 I</a:t>
            </a:r>
          </a:p>
        </p:txBody>
      </p:sp>
      <p:sp>
        <p:nvSpPr>
          <p:cNvPr id="35" name="Textplatzhalter 14">
            <a:extLst>
              <a:ext uri="{FF2B5EF4-FFF2-40B4-BE49-F238E27FC236}">
                <a16:creationId xmlns:a16="http://schemas.microsoft.com/office/drawing/2014/main" id="{01AB02FE-EDC6-C645-B88D-0FA8BAE5DE0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87888" y="3616862"/>
            <a:ext cx="846187" cy="274492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18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 dirty="0"/>
              <a:t>01 I</a:t>
            </a:r>
          </a:p>
        </p:txBody>
      </p:sp>
      <p:sp>
        <p:nvSpPr>
          <p:cNvPr id="36" name="Textplatzhalter 14">
            <a:extLst>
              <a:ext uri="{FF2B5EF4-FFF2-40B4-BE49-F238E27FC236}">
                <a16:creationId xmlns:a16="http://schemas.microsoft.com/office/drawing/2014/main" id="{29B41DF1-F30E-A943-8876-FA0ED0F01D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87888" y="4608536"/>
            <a:ext cx="846187" cy="274492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18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 dirty="0"/>
              <a:t>01 I</a:t>
            </a:r>
          </a:p>
        </p:txBody>
      </p:sp>
    </p:spTree>
    <p:extLst>
      <p:ext uri="{BB962C8B-B14F-4D97-AF65-F5344CB8AC3E}">
        <p14:creationId xmlns:p14="http://schemas.microsoft.com/office/powerpoint/2010/main" val="91362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172B01C-4C9F-0D4F-A985-67BBB5A16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0164763" cy="5029200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3246BEA-F2C6-C648-A8DB-E7B7DAAC0D9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3117" y="5031940"/>
            <a:ext cx="618108" cy="632483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3FD35CD4-AA6E-7B47-8FB1-EC60D71675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4201" y="3429000"/>
            <a:ext cx="8043615" cy="273685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3" name="Textplatzhalter 14">
            <a:extLst>
              <a:ext uri="{FF2B5EF4-FFF2-40B4-BE49-F238E27FC236}">
                <a16:creationId xmlns:a16="http://schemas.microsoft.com/office/drawing/2014/main" id="{C141BA97-79D5-CA4E-8AC2-1554A56D9A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944" y="3860502"/>
            <a:ext cx="1512168" cy="936650"/>
          </a:xfrm>
          <a:noFill/>
        </p:spPr>
        <p:txBody>
          <a:bodyPr>
            <a:normAutofit/>
          </a:bodyPr>
          <a:lstStyle>
            <a:lvl1pPr marL="0" indent="0" algn="l">
              <a:buNone/>
              <a:defRPr sz="48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01 I</a:t>
            </a:r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4D08572-8384-1342-AA61-16EDD2C4F2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05944" y="4651890"/>
            <a:ext cx="7158608" cy="567809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to edit break slide title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0393125-5AD4-944D-9C85-674F9AAECF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05944" y="5228654"/>
            <a:ext cx="7158608" cy="432594"/>
          </a:xfrm>
        </p:spPr>
        <p:txBody>
          <a:bodyPr>
            <a:noAutofit/>
          </a:bodyPr>
          <a:lstStyle>
            <a:lvl1pPr marL="0" indent="0">
              <a:buNone/>
              <a:defRPr lang="de-AT" sz="18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792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169163B7-20A1-0941-A8A4-280FCADB842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4764" y="4365104"/>
            <a:ext cx="618108" cy="632483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/>
        </p:nvSpPr>
        <p:spPr>
          <a:xfrm>
            <a:off x="9530177" y="0"/>
            <a:ext cx="2661824" cy="43651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3429000"/>
            <a:ext cx="4032250" cy="1012684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172B01C-4C9F-0D4F-A985-67BBB5A16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375920" y="0"/>
            <a:ext cx="4788844" cy="6165850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8047F2-A657-C04A-B007-34EB75B8A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4441684"/>
            <a:ext cx="4032250" cy="172416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de-AT" sz="1800" b="0" i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</a:t>
            </a:r>
            <a:r>
              <a:rPr lang="en-US" noProof="0"/>
              <a:t> </a:t>
            </a:r>
            <a:r>
              <a:rPr lang="en-US" noProof="0" err="1"/>
              <a:t>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 et </a:t>
            </a:r>
            <a:r>
              <a:rPr lang="en-US" noProof="0" err="1"/>
              <a:t>magnis</a:t>
            </a:r>
            <a:r>
              <a:rPr lang="en-US" noProof="0"/>
              <a:t> dis parturient </a:t>
            </a:r>
            <a:r>
              <a:rPr lang="en-US" noProof="0" err="1"/>
              <a:t>montes</a:t>
            </a:r>
            <a:r>
              <a:rPr lang="en-US" noProof="0"/>
              <a:t>, </a:t>
            </a:r>
            <a:r>
              <a:rPr lang="en-US" noProof="0" err="1"/>
              <a:t>nascetur</a:t>
            </a:r>
            <a:r>
              <a:rPr lang="en-US" noProof="0"/>
              <a:t> </a:t>
            </a:r>
            <a:r>
              <a:rPr lang="en-US" noProof="0" err="1"/>
              <a:t>ridiculus</a:t>
            </a:r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7539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45345" y="1676120"/>
            <a:ext cx="8851330" cy="384111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5346" y="706871"/>
            <a:ext cx="8851330" cy="948334"/>
          </a:xfrm>
        </p:spPr>
        <p:txBody>
          <a:bodyPr anchor="t">
            <a:noAutofit/>
          </a:bodyPr>
          <a:lstStyle>
            <a:lvl1pPr>
              <a:defRPr sz="38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to edit your slide title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/>
        </p:nvSpPr>
        <p:spPr>
          <a:xfrm>
            <a:off x="0" y="0"/>
            <a:ext cx="2072518" cy="5517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28" name="Grafik 16">
            <a:extLst>
              <a:ext uri="{FF2B5EF4-FFF2-40B4-BE49-F238E27FC236}">
                <a16:creationId xmlns:a16="http://schemas.microsoft.com/office/drawing/2014/main" id="{DCA8AAE8-4553-4541-8241-8EE667F610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8183" y="692150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367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FB13EB2-2DF8-9045-814C-195F952B30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6875" y="706871"/>
            <a:ext cx="8843758" cy="948334"/>
          </a:xfrm>
        </p:spPr>
        <p:txBody>
          <a:bodyPr anchor="t">
            <a:norm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platzhalter 16">
            <a:extLst>
              <a:ext uri="{FF2B5EF4-FFF2-40B4-BE49-F238E27FC236}">
                <a16:creationId xmlns:a16="http://schemas.microsoft.com/office/drawing/2014/main" id="{B36DEFA1-5170-BC4D-B865-A8508E4CF7F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331219" y="2507361"/>
            <a:ext cx="4166598" cy="300987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" name="Textplatzhalter 16">
            <a:extLst>
              <a:ext uri="{FF2B5EF4-FFF2-40B4-BE49-F238E27FC236}">
                <a16:creationId xmlns:a16="http://schemas.microsoft.com/office/drawing/2014/main" id="{984DDD30-51E0-9E40-90F4-AD6B46585A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31219" y="1832652"/>
            <a:ext cx="4166597" cy="49726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2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Click to edit header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BB7901D8-F486-D844-8E2B-5DF6F04D1BB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663113" y="2507361"/>
            <a:ext cx="4166598" cy="3009871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" name="Textplatzhalter 16">
            <a:extLst>
              <a:ext uri="{FF2B5EF4-FFF2-40B4-BE49-F238E27FC236}">
                <a16:creationId xmlns:a16="http://schemas.microsoft.com/office/drawing/2014/main" id="{BC26AA26-D623-104C-822B-139E9B90B2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63113" y="1832652"/>
            <a:ext cx="4166597" cy="49726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2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Click to edit header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15" name="Rechteck 23">
            <a:extLst>
              <a:ext uri="{FF2B5EF4-FFF2-40B4-BE49-F238E27FC236}">
                <a16:creationId xmlns:a16="http://schemas.microsoft.com/office/drawing/2014/main" id="{F8C6E2B9-603E-E146-BBE3-340B7569E2EE}"/>
              </a:ext>
            </a:extLst>
          </p:cNvPr>
          <p:cNvSpPr/>
          <p:nvPr/>
        </p:nvSpPr>
        <p:spPr>
          <a:xfrm>
            <a:off x="0" y="0"/>
            <a:ext cx="2072518" cy="5517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16" name="Grafik 16">
            <a:extLst>
              <a:ext uri="{FF2B5EF4-FFF2-40B4-BE49-F238E27FC236}">
                <a16:creationId xmlns:a16="http://schemas.microsoft.com/office/drawing/2014/main" id="{14E8CFF7-525F-0145-AA9A-A569AFF6531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8183" y="692150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479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37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/>
        </p:nvSpPr>
        <p:spPr>
          <a:xfrm>
            <a:off x="10164763" y="0"/>
            <a:ext cx="2027237" cy="5517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2" name="Bildplatzhalter 28">
            <a:extLst>
              <a:ext uri="{FF2B5EF4-FFF2-40B4-BE49-F238E27FC236}">
                <a16:creationId xmlns:a16="http://schemas.microsoft.com/office/drawing/2014/main" id="{481C37CD-CD6E-A742-9BEC-1FDC7D527E6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4425" y="706871"/>
            <a:ext cx="4032250" cy="4810361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325" y="1676120"/>
            <a:ext cx="5400675" cy="384111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06871"/>
            <a:ext cx="5400674" cy="948334"/>
          </a:xfrm>
        </p:spPr>
        <p:txBody>
          <a:bodyPr anchor="t">
            <a:noAutofit/>
          </a:bodyPr>
          <a:lstStyle>
            <a:lvl1pPr>
              <a:defRPr sz="32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13" name="Grafik 16">
            <a:extLst>
              <a:ext uri="{FF2B5EF4-FFF2-40B4-BE49-F238E27FC236}">
                <a16:creationId xmlns:a16="http://schemas.microsoft.com/office/drawing/2014/main" id="{A9830E2D-9638-E84A-8AD3-45A39FE7423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4425" y="4884749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175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32174" y="2197926"/>
            <a:ext cx="8064501" cy="349424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2175" y="706871"/>
            <a:ext cx="8064501" cy="948334"/>
          </a:xfrm>
        </p:spPr>
        <p:txBody>
          <a:bodyPr anchor="t">
            <a:noAutofit/>
          </a:bodyPr>
          <a:lstStyle>
            <a:lvl1pPr>
              <a:defRPr sz="36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/>
        </p:nvSpPr>
        <p:spPr>
          <a:xfrm>
            <a:off x="0" y="2222202"/>
            <a:ext cx="2063750" cy="3469963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BBBAECD4-3517-C546-914C-924B16E987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" y="-6669"/>
            <a:ext cx="2387600" cy="2229172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C80E6665-1E0B-CB41-8E75-6F470723895C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3801" y="582585"/>
            <a:ext cx="1080000" cy="1056451"/>
          </a:xfrm>
          <a:noFill/>
        </p:spPr>
        <p:txBody>
          <a:bodyPr anchor="t"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Product Icon</a:t>
            </a:r>
          </a:p>
        </p:txBody>
      </p:sp>
      <p:pic>
        <p:nvPicPr>
          <p:cNvPr id="11" name="Grafik 13">
            <a:extLst>
              <a:ext uri="{FF2B5EF4-FFF2-40B4-BE49-F238E27FC236}">
                <a16:creationId xmlns:a16="http://schemas.microsoft.com/office/drawing/2014/main" id="{064935B4-103A-7F4A-9792-42589D1816A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3750" y="2222203"/>
            <a:ext cx="618108" cy="632483"/>
          </a:xfrm>
          <a:prstGeom prst="rect">
            <a:avLst/>
          </a:prstGeom>
        </p:spPr>
      </p:pic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AE3EBC98-CC52-6947-AAFC-7FB7959AC3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2174" y="1655205"/>
            <a:ext cx="8064501" cy="542720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Click to edit header</a:t>
            </a:r>
          </a:p>
        </p:txBody>
      </p:sp>
    </p:spTree>
    <p:extLst>
      <p:ext uri="{BB962C8B-B14F-4D97-AF65-F5344CB8AC3E}">
        <p14:creationId xmlns:p14="http://schemas.microsoft.com/office/powerpoint/2010/main" val="3465808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7">
            <a:extLst>
              <a:ext uri="{FF2B5EF4-FFF2-40B4-BE49-F238E27FC236}">
                <a16:creationId xmlns:a16="http://schemas.microsoft.com/office/drawing/2014/main" id="{1D733289-CD2B-FA46-AB3C-35BF5E385E5F}"/>
              </a:ext>
            </a:extLst>
          </p:cNvPr>
          <p:cNvSpPr/>
          <p:nvPr/>
        </p:nvSpPr>
        <p:spPr>
          <a:xfrm>
            <a:off x="6462083" y="1741"/>
            <a:ext cx="5729917" cy="616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5" name="Rechteck 23">
            <a:extLst>
              <a:ext uri="{FF2B5EF4-FFF2-40B4-BE49-F238E27FC236}">
                <a16:creationId xmlns:a16="http://schemas.microsoft.com/office/drawing/2014/main" id="{344D22FB-C279-9245-B22E-24DAA0810E87}"/>
              </a:ext>
            </a:extLst>
          </p:cNvPr>
          <p:cNvSpPr/>
          <p:nvPr/>
        </p:nvSpPr>
        <p:spPr>
          <a:xfrm rot="5400000">
            <a:off x="9589944" y="3561660"/>
            <a:ext cx="1259510" cy="3944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325" y="1676120"/>
            <a:ext cx="5034593" cy="3208629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 et </a:t>
            </a:r>
            <a:r>
              <a:rPr lang="en-US" noProof="0" err="1"/>
              <a:t>magnis</a:t>
            </a:r>
            <a:r>
              <a:rPr lang="en-US" noProof="0"/>
              <a:t> dis parturient </a:t>
            </a:r>
            <a:r>
              <a:rPr lang="en-US" noProof="0" err="1"/>
              <a:t>montes</a:t>
            </a:r>
            <a:r>
              <a:rPr lang="en-US" noProof="0"/>
              <a:t>, </a:t>
            </a:r>
            <a:r>
              <a:rPr lang="en-US" noProof="0" err="1"/>
              <a:t>nascetur</a:t>
            </a:r>
            <a:r>
              <a:rPr lang="en-US" noProof="0"/>
              <a:t> </a:t>
            </a:r>
            <a:r>
              <a:rPr lang="en-US" noProof="0" err="1"/>
              <a:t>ridiculus</a:t>
            </a:r>
            <a:r>
              <a:rPr lang="en-US" noProof="0"/>
              <a:t> mus. </a:t>
            </a:r>
            <a:r>
              <a:rPr lang="en-US" noProof="0" err="1"/>
              <a:t>Donec</a:t>
            </a:r>
            <a:r>
              <a:rPr lang="en-US" noProof="0"/>
              <a:t> </a:t>
            </a:r>
            <a:r>
              <a:rPr lang="en-US" noProof="0" err="1"/>
              <a:t>quam</a:t>
            </a:r>
            <a:r>
              <a:rPr lang="en-US" noProof="0"/>
              <a:t> </a:t>
            </a:r>
            <a:r>
              <a:rPr lang="en-US" noProof="0" err="1"/>
              <a:t>felis</a:t>
            </a:r>
            <a:r>
              <a:rPr lang="en-US" noProof="0"/>
              <a:t>, </a:t>
            </a:r>
            <a:r>
              <a:rPr lang="en-US" noProof="0" err="1"/>
              <a:t>ultricies</a:t>
            </a:r>
            <a:r>
              <a:rPr lang="en-US" noProof="0"/>
              <a:t> </a:t>
            </a:r>
            <a:r>
              <a:rPr lang="en-US" noProof="0" err="1"/>
              <a:t>nec</a:t>
            </a:r>
            <a:r>
              <a:rPr lang="en-US" noProof="0"/>
              <a:t>, </a:t>
            </a:r>
            <a:r>
              <a:rPr lang="en-US" noProof="0" err="1"/>
              <a:t>pellentesque</a:t>
            </a:r>
            <a:r>
              <a:rPr lang="en-US" noProof="0"/>
              <a:t> </a:t>
            </a:r>
            <a:r>
              <a:rPr lang="en-US" noProof="0" err="1"/>
              <a:t>eu</a:t>
            </a:r>
            <a:r>
              <a:rPr lang="en-US" noProof="0"/>
              <a:t>, </a:t>
            </a:r>
            <a:r>
              <a:rPr lang="en-US" noProof="0" err="1"/>
              <a:t>pretium</a:t>
            </a:r>
            <a:r>
              <a:rPr lang="en-US" noProof="0"/>
              <a:t> </a:t>
            </a:r>
            <a:r>
              <a:rPr lang="en-US" noProof="0" err="1"/>
              <a:t>quis</a:t>
            </a:r>
            <a:r>
              <a:rPr lang="en-US" noProof="0"/>
              <a:t>.</a:t>
            </a:r>
          </a:p>
          <a:p>
            <a:pPr lvl="0"/>
            <a:endParaRPr lang="en-US" noProof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06871"/>
            <a:ext cx="5034592" cy="948334"/>
          </a:xfrm>
        </p:spPr>
        <p:txBody>
          <a:bodyPr anchor="t">
            <a:noAutofit/>
          </a:bodyPr>
          <a:lstStyle>
            <a:lvl1pPr>
              <a:defRPr sz="3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pic>
        <p:nvPicPr>
          <p:cNvPr id="28" name="Grafik 16">
            <a:extLst>
              <a:ext uri="{FF2B5EF4-FFF2-40B4-BE49-F238E27FC236}">
                <a16:creationId xmlns:a16="http://schemas.microsoft.com/office/drawing/2014/main" id="{DCA8AAE8-4553-4541-8241-8EE667F610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676120"/>
            <a:ext cx="618108" cy="632483"/>
          </a:xfrm>
          <a:prstGeom prst="rect">
            <a:avLst/>
          </a:prstGeom>
        </p:spPr>
      </p:pic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DB7F2B7-818A-004A-82D6-2B410E0EDE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4944" y="1676121"/>
            <a:ext cx="4342872" cy="244329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1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– Lorem Ipsum</a:t>
            </a:r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8A81050F-6C4D-1C49-A22F-EFF21799FBF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6338" y="5172689"/>
            <a:ext cx="2700337" cy="339599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Name</a:t>
            </a:r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6B4C3EB3-E682-6A4B-A153-213FB736B2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6338" y="5519189"/>
            <a:ext cx="2700337" cy="339599"/>
          </a:xfrm>
        </p:spPr>
        <p:txBody>
          <a:bodyPr>
            <a:normAutofit/>
          </a:bodyPr>
          <a:lstStyle>
            <a:lvl1pPr marL="0" indent="0">
              <a:buNone/>
              <a:defRPr lang="de-AT" sz="1100" b="0" i="0" smtClean="0">
                <a:effectLst/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Title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9FFB60-BF70-BC49-B6E5-1C423D829DB7}"/>
              </a:ext>
            </a:extLst>
          </p:cNvPr>
          <p:cNvGrpSpPr/>
          <p:nvPr/>
        </p:nvGrpSpPr>
        <p:grpSpPr>
          <a:xfrm>
            <a:off x="10156131" y="706871"/>
            <a:ext cx="1331913" cy="573289"/>
            <a:chOff x="7464425" y="706871"/>
            <a:chExt cx="1331913" cy="57328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5F62CC0-FBBF-8140-9D87-5711A5E91CE6}"/>
                </a:ext>
              </a:extLst>
            </p:cNvPr>
            <p:cNvSpPr/>
            <p:nvPr/>
          </p:nvSpPr>
          <p:spPr>
            <a:xfrm>
              <a:off x="7464425" y="706871"/>
              <a:ext cx="1331913" cy="573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noProof="0">
                <a:latin typeface="Inter Light" panose="020B05020300000000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200E6A-C575-B54A-B390-31DC7A23B2BE}"/>
                </a:ext>
              </a:extLst>
            </p:cNvPr>
            <p:cNvSpPr txBox="1"/>
            <p:nvPr/>
          </p:nvSpPr>
          <p:spPr>
            <a:xfrm>
              <a:off x="7703020" y="808849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noProof="0">
                  <a:solidFill>
                    <a:schemeClr val="tx2"/>
                  </a:solidFill>
                  <a:latin typeface="Inter Light" panose="020B0502030000000004" pitchFamily="34" charset="0"/>
                  <a:ea typeface="Inter Light" panose="020B0502030000000004" pitchFamily="34" charset="0"/>
                </a:rPr>
                <a:t>LOGO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0910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/>
        </p:nvSpPr>
        <p:spPr>
          <a:xfrm>
            <a:off x="4727575" y="0"/>
            <a:ext cx="7464426" cy="6165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692150"/>
            <a:ext cx="3168427" cy="1368698"/>
          </a:xfrm>
        </p:spPr>
        <p:txBody>
          <a:bodyPr>
            <a:noAutofit/>
          </a:bodyPr>
          <a:lstStyle>
            <a:lvl1pPr marL="0" indent="0" algn="l">
              <a:buNone/>
              <a:defRPr lang="de-AT" sz="30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69163B7-20A1-0941-A8A4-280FCADB842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7575" y="5532975"/>
            <a:ext cx="618108" cy="632483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8047F2-A657-C04A-B007-34EB75B8A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2206877"/>
            <a:ext cx="3168427" cy="323824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de-AT" sz="1800" b="0" i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.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5B05408D-0C52-BA4B-BFAB-4A268C3CCE48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5345113" y="692150"/>
            <a:ext cx="6153150" cy="448945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107697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agrap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/>
        </p:nvSpPr>
        <p:spPr>
          <a:xfrm>
            <a:off x="0" y="-1"/>
            <a:ext cx="12191999" cy="61658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72518" y="2072873"/>
            <a:ext cx="8101013" cy="632483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solidFill>
                  <a:schemeClr val="bg1"/>
                </a:solidFill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2517" y="2791081"/>
            <a:ext cx="8101013" cy="225219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nascetur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ridiculus</a:t>
            </a:r>
            <a:r>
              <a:rPr lang="en-US" noProof="0">
                <a:effectLst/>
                <a:latin typeface="Inter Light" panose="020B0502030000000004" pitchFamily="34" charset="0"/>
              </a:rPr>
              <a:t> mus.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Donec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quam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felis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ultricies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nec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pellentesque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eu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pretium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quis</a:t>
            </a:r>
            <a:r>
              <a:rPr lang="en-US" noProof="0">
                <a:effectLst/>
                <a:latin typeface="Inter Light" panose="020B0502030000000004" pitchFamily="34" charset="0"/>
              </a:rPr>
              <a:t>, sem.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C61DF0A-B27F-AE43-A430-842599A93CD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534401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194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ution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1F23-83DA-8D42-882B-C0F4F80B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B1B2D9-1D42-B541-9CA5-E2EEF6157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7EEBCF-8458-8E42-A68A-A467DF033D8C}"/>
              </a:ext>
            </a:extLst>
          </p:cNvPr>
          <p:cNvSpPr/>
          <p:nvPr/>
        </p:nvSpPr>
        <p:spPr>
          <a:xfrm>
            <a:off x="3432175" y="5298284"/>
            <a:ext cx="8064500" cy="867566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5" name="Rechteck 12">
            <a:extLst>
              <a:ext uri="{FF2B5EF4-FFF2-40B4-BE49-F238E27FC236}">
                <a16:creationId xmlns:a16="http://schemas.microsoft.com/office/drawing/2014/main" id="{5F42F3CF-5E38-C042-AE95-EB59B6318783}"/>
              </a:ext>
            </a:extLst>
          </p:cNvPr>
          <p:cNvSpPr/>
          <p:nvPr/>
        </p:nvSpPr>
        <p:spPr>
          <a:xfrm>
            <a:off x="0" y="1700416"/>
            <a:ext cx="3432175" cy="44654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6" name="Grafik 13">
            <a:extLst>
              <a:ext uri="{FF2B5EF4-FFF2-40B4-BE49-F238E27FC236}">
                <a16:creationId xmlns:a16="http://schemas.microsoft.com/office/drawing/2014/main" id="{A7188130-A548-2845-971B-EDFCC30D2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175" y="5298284"/>
            <a:ext cx="847848" cy="86756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AD533CC-15CD-D042-AB32-3C789CA3130E}"/>
              </a:ext>
            </a:extLst>
          </p:cNvPr>
          <p:cNvGrpSpPr/>
          <p:nvPr/>
        </p:nvGrpSpPr>
        <p:grpSpPr>
          <a:xfrm>
            <a:off x="608446" y="2147689"/>
            <a:ext cx="6039593" cy="3294323"/>
            <a:chOff x="608446" y="2147689"/>
            <a:chExt cx="5602009" cy="3055641"/>
          </a:xfrm>
        </p:grpSpPr>
        <p:pic>
          <p:nvPicPr>
            <p:cNvPr id="8" name="Grafik 9">
              <a:extLst>
                <a:ext uri="{FF2B5EF4-FFF2-40B4-BE49-F238E27FC236}">
                  <a16:creationId xmlns:a16="http://schemas.microsoft.com/office/drawing/2014/main" id="{8581A218-7C48-F940-88C8-79DD11C3A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46" y="2147689"/>
              <a:ext cx="5602009" cy="3055641"/>
            </a:xfrm>
            <a:prstGeom prst="rect">
              <a:avLst/>
            </a:prstGeom>
          </p:spPr>
        </p:pic>
        <p:sp>
          <p:nvSpPr>
            <p:cNvPr id="9" name="Bildplatzhalter 4">
              <a:extLst>
                <a:ext uri="{FF2B5EF4-FFF2-40B4-BE49-F238E27FC236}">
                  <a16:creationId xmlns:a16="http://schemas.microsoft.com/office/drawing/2014/main" id="{57D8E273-1370-6C46-9F2F-16E134A637A4}"/>
                </a:ext>
              </a:extLst>
            </p:cNvPr>
            <p:cNvSpPr txBox="1">
              <a:spLocks/>
            </p:cNvSpPr>
            <p:nvPr/>
          </p:nvSpPr>
          <p:spPr>
            <a:xfrm>
              <a:off x="1429985" y="2497257"/>
              <a:ext cx="3962216" cy="2236023"/>
            </a:xfrm>
            <a:prstGeom prst="roundRect">
              <a:avLst>
                <a:gd name="adj" fmla="val 158"/>
              </a:avLst>
            </a:prstGeom>
            <a:solidFill>
              <a:schemeClr val="bg2">
                <a:lumMod val="90000"/>
              </a:schemeClr>
            </a:solidFill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b="0" i="0" kern="1200" baseline="0">
                  <a:solidFill>
                    <a:schemeClr val="tx1"/>
                  </a:solidFill>
                  <a:latin typeface="Inter Light" panose="020B0502030000000004" pitchFamily="34" charset="0"/>
                  <a:ea typeface="Inter Light" panose="020B0502030000000004" pitchFamily="34" charset="0"/>
                  <a:cs typeface="Inter Light" panose="02000403000000020004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16:9 Image Size</a:t>
              </a:r>
            </a:p>
          </p:txBody>
        </p:sp>
      </p:grpSp>
      <p:sp>
        <p:nvSpPr>
          <p:cNvPr id="10" name="Untertitel 2">
            <a:extLst>
              <a:ext uri="{FF2B5EF4-FFF2-40B4-BE49-F238E27FC236}">
                <a16:creationId xmlns:a16="http://schemas.microsoft.com/office/drawing/2014/main" id="{52DD916E-F58E-EC4D-8208-58FCF447BDAC}"/>
              </a:ext>
            </a:extLst>
          </p:cNvPr>
          <p:cNvSpPr txBox="1">
            <a:spLocks/>
          </p:cNvSpPr>
          <p:nvPr/>
        </p:nvSpPr>
        <p:spPr>
          <a:xfrm>
            <a:off x="7345680" y="1850058"/>
            <a:ext cx="4152135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AT" sz="2800" b="1" i="0" kern="1200" baseline="0" smtClean="0">
                <a:solidFill>
                  <a:schemeClr val="tx1"/>
                </a:solidFill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Lorem ipsum dolor sit </a:t>
            </a:r>
            <a:r>
              <a:rPr lang="en-US" sz="1600" err="1"/>
              <a:t>amet</a:t>
            </a:r>
            <a:r>
              <a:rPr lang="en-US" sz="1600"/>
              <a:t>, </a:t>
            </a:r>
            <a:r>
              <a:rPr lang="en-US" sz="1600" err="1"/>
              <a:t>consect</a:t>
            </a:r>
            <a:endParaRPr lang="en-US" sz="160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A4273B47-F90D-8B44-B6A8-4587881AC76F}"/>
              </a:ext>
            </a:extLst>
          </p:cNvPr>
          <p:cNvSpPr txBox="1">
            <a:spLocks/>
          </p:cNvSpPr>
          <p:nvPr/>
        </p:nvSpPr>
        <p:spPr>
          <a:xfrm>
            <a:off x="7345680" y="2174143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12" name="Grafik 16">
            <a:extLst>
              <a:ext uri="{FF2B5EF4-FFF2-40B4-BE49-F238E27FC236}">
                <a16:creationId xmlns:a16="http://schemas.microsoft.com/office/drawing/2014/main" id="{1E29F6EB-4239-2249-BBA6-800347B7516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2226980"/>
            <a:ext cx="295491" cy="297582"/>
          </a:xfrm>
          <a:prstGeom prst="rect">
            <a:avLst/>
          </a:prstGeom>
        </p:spPr>
      </p:pic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E6007112-86C1-BE49-9ACB-85B59C41C940}"/>
              </a:ext>
            </a:extLst>
          </p:cNvPr>
          <p:cNvSpPr txBox="1">
            <a:spLocks/>
          </p:cNvSpPr>
          <p:nvPr/>
        </p:nvSpPr>
        <p:spPr>
          <a:xfrm>
            <a:off x="7345680" y="2776955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14" name="Grafik 16">
            <a:extLst>
              <a:ext uri="{FF2B5EF4-FFF2-40B4-BE49-F238E27FC236}">
                <a16:creationId xmlns:a16="http://schemas.microsoft.com/office/drawing/2014/main" id="{22574392-9496-9046-959C-C7649FE416E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2829792"/>
            <a:ext cx="295491" cy="297582"/>
          </a:xfrm>
          <a:prstGeom prst="rect">
            <a:avLst/>
          </a:prstGeom>
        </p:spPr>
      </p:pic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BC679538-16F2-724F-A0EF-D99FA3D33251}"/>
              </a:ext>
            </a:extLst>
          </p:cNvPr>
          <p:cNvSpPr txBox="1">
            <a:spLocks/>
          </p:cNvSpPr>
          <p:nvPr/>
        </p:nvSpPr>
        <p:spPr>
          <a:xfrm>
            <a:off x="7345680" y="3374999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16" name="Grafik 16">
            <a:extLst>
              <a:ext uri="{FF2B5EF4-FFF2-40B4-BE49-F238E27FC236}">
                <a16:creationId xmlns:a16="http://schemas.microsoft.com/office/drawing/2014/main" id="{1B1C63CA-180F-AC45-AB88-D2FE476CD7B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3427836"/>
            <a:ext cx="295491" cy="297582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6AB0E6BB-9957-364D-99BE-57AF609FBE5B}"/>
              </a:ext>
            </a:extLst>
          </p:cNvPr>
          <p:cNvSpPr txBox="1">
            <a:spLocks/>
          </p:cNvSpPr>
          <p:nvPr/>
        </p:nvSpPr>
        <p:spPr>
          <a:xfrm>
            <a:off x="7345680" y="3973043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18" name="Grafik 16">
            <a:extLst>
              <a:ext uri="{FF2B5EF4-FFF2-40B4-BE49-F238E27FC236}">
                <a16:creationId xmlns:a16="http://schemas.microsoft.com/office/drawing/2014/main" id="{B07D0549-35E5-F94C-AA5B-24FE58C0D23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4025880"/>
            <a:ext cx="295491" cy="297582"/>
          </a:xfrm>
          <a:prstGeom prst="rect">
            <a:avLst/>
          </a:prstGeom>
        </p:spPr>
      </p:pic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82912617-AB8A-2B40-AE58-587A1242A7F1}"/>
              </a:ext>
            </a:extLst>
          </p:cNvPr>
          <p:cNvSpPr txBox="1">
            <a:spLocks/>
          </p:cNvSpPr>
          <p:nvPr/>
        </p:nvSpPr>
        <p:spPr>
          <a:xfrm>
            <a:off x="4727576" y="5444353"/>
            <a:ext cx="6519546" cy="6046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dolor sit </a:t>
            </a:r>
            <a:r>
              <a:rPr lang="en-US" sz="16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US" sz="16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, </a:t>
            </a:r>
            <a:r>
              <a:rPr lang="en-US" sz="16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consectetuer</a:t>
            </a:r>
            <a:r>
              <a:rPr lang="en-US" sz="16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.</a:t>
            </a:r>
            <a:br>
              <a:rPr lang="en-US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</a:br>
            <a:r>
              <a:rPr lang="en-GB" sz="1200" err="1"/>
              <a:t>Tuis</a:t>
            </a:r>
            <a:r>
              <a:rPr lang="en-GB" sz="1200"/>
              <a:t> </a:t>
            </a:r>
            <a:r>
              <a:rPr lang="en-GB" sz="1200" err="1"/>
              <a:t>nostrud</a:t>
            </a:r>
            <a:r>
              <a:rPr lang="en-GB" sz="1200"/>
              <a:t> exercitation </a:t>
            </a:r>
            <a:r>
              <a:rPr lang="en-GB" sz="1200" err="1"/>
              <a:t>ullamco</a:t>
            </a:r>
            <a:r>
              <a:rPr lang="en-GB" sz="1200"/>
              <a:t> </a:t>
            </a:r>
            <a:r>
              <a:rPr lang="en-GB" sz="1200" err="1"/>
              <a:t>laboris</a:t>
            </a:r>
            <a:r>
              <a:rPr lang="en-GB" sz="1200"/>
              <a:t> nisi </a:t>
            </a:r>
            <a:r>
              <a:rPr lang="en-GB" sz="1200" err="1"/>
              <a:t>ut</a:t>
            </a:r>
            <a:r>
              <a:rPr lang="en-GB" sz="1200"/>
              <a:t> </a:t>
            </a:r>
            <a:r>
              <a:rPr lang="en-GB" sz="1200" err="1"/>
              <a:t>aliquip</a:t>
            </a:r>
            <a:r>
              <a:rPr lang="en-GB" sz="1200"/>
              <a:t> ex </a:t>
            </a:r>
            <a:r>
              <a:rPr lang="en-GB" sz="1200" err="1"/>
              <a:t>ea</a:t>
            </a:r>
            <a:r>
              <a:rPr lang="en-GB" sz="1200"/>
              <a:t> </a:t>
            </a:r>
            <a:r>
              <a:rPr lang="en-GB" sz="1200" err="1"/>
              <a:t>commodo</a:t>
            </a:r>
            <a:r>
              <a:rPr lang="en-GB" sz="1200"/>
              <a:t> </a:t>
            </a:r>
            <a:r>
              <a:rPr lang="en-GB" sz="1200" err="1"/>
              <a:t>consequat</a:t>
            </a:r>
            <a:r>
              <a:rPr lang="en-GB" sz="1200"/>
              <a:t>.</a:t>
            </a:r>
            <a:endParaRPr lang="en-US" sz="1200"/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9AAFCE41-682D-4847-995E-31DBFAE5C611}"/>
              </a:ext>
            </a:extLst>
          </p:cNvPr>
          <p:cNvSpPr txBox="1">
            <a:spLocks/>
          </p:cNvSpPr>
          <p:nvPr/>
        </p:nvSpPr>
        <p:spPr>
          <a:xfrm>
            <a:off x="7345680" y="4573700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21" name="Grafik 16">
            <a:extLst>
              <a:ext uri="{FF2B5EF4-FFF2-40B4-BE49-F238E27FC236}">
                <a16:creationId xmlns:a16="http://schemas.microsoft.com/office/drawing/2014/main" id="{C9324809-E0A9-7442-8BEA-FC848611E27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4626537"/>
            <a:ext cx="295491" cy="29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5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15A996A4-04D9-B345-8016-8584F9F07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7" y="692150"/>
            <a:ext cx="10793037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CE36ECE-3755-464F-948E-CE896966BD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6151" y="250144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 dirty="0"/>
              <a:t>Lorem ipsum dolor sit </a:t>
            </a:r>
            <a:r>
              <a:rPr lang="en-US" noProof="0" dirty="0" err="1"/>
              <a:t>amet</a:t>
            </a:r>
            <a:r>
              <a:rPr lang="en-US" noProof="0" dirty="0"/>
              <a:t>, </a:t>
            </a:r>
            <a:r>
              <a:rPr lang="en-US" noProof="0" dirty="0" err="1"/>
              <a:t>consectetuer</a:t>
            </a:r>
            <a:r>
              <a:rPr lang="en-US" noProof="0" dirty="0"/>
              <a:t> </a:t>
            </a:r>
            <a:r>
              <a:rPr lang="en-US" noProof="0" dirty="0" err="1"/>
              <a:t>adipiscing</a:t>
            </a:r>
            <a:r>
              <a:rPr lang="en-US" noProof="0" dirty="0"/>
              <a:t> </a:t>
            </a:r>
            <a:r>
              <a:rPr lang="en-US" noProof="0" dirty="0" err="1"/>
              <a:t>elit</a:t>
            </a:r>
            <a:r>
              <a:rPr lang="en-US" noProof="0" dirty="0"/>
              <a:t>. Aenean </a:t>
            </a:r>
            <a:r>
              <a:rPr lang="en-US" noProof="0" dirty="0" err="1"/>
              <a:t>commodo</a:t>
            </a:r>
            <a:r>
              <a:rPr lang="en-US" noProof="0" dirty="0"/>
              <a:t> ligula </a:t>
            </a:r>
            <a:r>
              <a:rPr lang="en-US" noProof="0" dirty="0" err="1"/>
              <a:t>eget</a:t>
            </a:r>
            <a:r>
              <a:rPr lang="en-US" noProof="0" dirty="0"/>
              <a:t>.</a:t>
            </a:r>
          </a:p>
        </p:txBody>
      </p:sp>
      <p:pic>
        <p:nvPicPr>
          <p:cNvPr id="11" name="Grafik 16">
            <a:extLst>
              <a:ext uri="{FF2B5EF4-FFF2-40B4-BE49-F238E27FC236}">
                <a16:creationId xmlns:a16="http://schemas.microsoft.com/office/drawing/2014/main" id="{4D8261DA-E56C-0048-A465-5FC9B903B1F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2548335"/>
            <a:ext cx="295491" cy="297582"/>
          </a:xfrm>
          <a:prstGeom prst="rect">
            <a:avLst/>
          </a:prstGeom>
        </p:spPr>
      </p:pic>
      <p:pic>
        <p:nvPicPr>
          <p:cNvPr id="13" name="Grafik 16">
            <a:extLst>
              <a:ext uri="{FF2B5EF4-FFF2-40B4-BE49-F238E27FC236}">
                <a16:creationId xmlns:a16="http://schemas.microsoft.com/office/drawing/2014/main" id="{6D9C75B0-401B-EC43-99DC-DA82AF9DCF4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3507098"/>
            <a:ext cx="295491" cy="297582"/>
          </a:xfrm>
          <a:prstGeom prst="rect">
            <a:avLst/>
          </a:prstGeom>
        </p:spPr>
      </p:pic>
      <p:pic>
        <p:nvPicPr>
          <p:cNvPr id="14" name="Grafik 16">
            <a:extLst>
              <a:ext uri="{FF2B5EF4-FFF2-40B4-BE49-F238E27FC236}">
                <a16:creationId xmlns:a16="http://schemas.microsoft.com/office/drawing/2014/main" id="{9BD3A99C-18EB-344F-96A9-ED180018DF3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4477965"/>
            <a:ext cx="295491" cy="297582"/>
          </a:xfrm>
          <a:prstGeom prst="rect">
            <a:avLst/>
          </a:prstGeom>
        </p:spPr>
      </p:pic>
      <p:pic>
        <p:nvPicPr>
          <p:cNvPr id="15" name="Grafik 16">
            <a:extLst>
              <a:ext uri="{FF2B5EF4-FFF2-40B4-BE49-F238E27FC236}">
                <a16:creationId xmlns:a16="http://schemas.microsoft.com/office/drawing/2014/main" id="{0B8445BB-D059-0C4A-8AA3-1BBF0A40F99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5442781"/>
            <a:ext cx="295491" cy="297582"/>
          </a:xfrm>
          <a:prstGeom prst="rect">
            <a:avLst/>
          </a:prstGeom>
        </p:spPr>
      </p:pic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99AF17B2-E524-DC4B-AB75-7BD119F405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3637" y="1707142"/>
            <a:ext cx="10793038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32" name="Textplatzhalter 16">
            <a:extLst>
              <a:ext uri="{FF2B5EF4-FFF2-40B4-BE49-F238E27FC236}">
                <a16:creationId xmlns:a16="http://schemas.microsoft.com/office/drawing/2014/main" id="{7A255AB6-F7C6-2D44-942F-68BBAA90CFE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6151" y="3460208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1FE6BF73-E03D-1543-AAB0-B616829D0E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6151" y="443107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34" name="Textplatzhalter 16">
            <a:extLst>
              <a:ext uri="{FF2B5EF4-FFF2-40B4-BE49-F238E27FC236}">
                <a16:creationId xmlns:a16="http://schemas.microsoft.com/office/drawing/2014/main" id="{5BAB2006-7F25-3A4A-9639-51C32B2AB4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6151" y="539418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35" name="Textplatzhalter 16">
            <a:extLst>
              <a:ext uri="{FF2B5EF4-FFF2-40B4-BE49-F238E27FC236}">
                <a16:creationId xmlns:a16="http://schemas.microsoft.com/office/drawing/2014/main" id="{4349A6AC-B0AC-414F-8744-24DD4807E0E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18514" y="250144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pic>
        <p:nvPicPr>
          <p:cNvPr id="36" name="Grafik 16">
            <a:extLst>
              <a:ext uri="{FF2B5EF4-FFF2-40B4-BE49-F238E27FC236}">
                <a16:creationId xmlns:a16="http://schemas.microsoft.com/office/drawing/2014/main" id="{30FBB70D-B467-C448-840E-86CB497FEA0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2548335"/>
            <a:ext cx="295491" cy="297582"/>
          </a:xfrm>
          <a:prstGeom prst="rect">
            <a:avLst/>
          </a:prstGeom>
        </p:spPr>
      </p:pic>
      <p:pic>
        <p:nvPicPr>
          <p:cNvPr id="37" name="Grafik 16">
            <a:extLst>
              <a:ext uri="{FF2B5EF4-FFF2-40B4-BE49-F238E27FC236}">
                <a16:creationId xmlns:a16="http://schemas.microsoft.com/office/drawing/2014/main" id="{E7F586A2-156F-614C-A7AA-5DC1BAE9DD9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3507098"/>
            <a:ext cx="295491" cy="297582"/>
          </a:xfrm>
          <a:prstGeom prst="rect">
            <a:avLst/>
          </a:prstGeom>
        </p:spPr>
      </p:pic>
      <p:pic>
        <p:nvPicPr>
          <p:cNvPr id="38" name="Grafik 16">
            <a:extLst>
              <a:ext uri="{FF2B5EF4-FFF2-40B4-BE49-F238E27FC236}">
                <a16:creationId xmlns:a16="http://schemas.microsoft.com/office/drawing/2014/main" id="{46945746-7839-1546-B7FB-EBB61C61560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4477965"/>
            <a:ext cx="295491" cy="297582"/>
          </a:xfrm>
          <a:prstGeom prst="rect">
            <a:avLst/>
          </a:prstGeom>
        </p:spPr>
      </p:pic>
      <p:pic>
        <p:nvPicPr>
          <p:cNvPr id="39" name="Grafik 16">
            <a:extLst>
              <a:ext uri="{FF2B5EF4-FFF2-40B4-BE49-F238E27FC236}">
                <a16:creationId xmlns:a16="http://schemas.microsoft.com/office/drawing/2014/main" id="{1CA38834-4CEA-D644-967D-225DE6E4E56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5442781"/>
            <a:ext cx="295491" cy="297582"/>
          </a:xfrm>
          <a:prstGeom prst="rect">
            <a:avLst/>
          </a:prstGeom>
        </p:spPr>
      </p:pic>
      <p:sp>
        <p:nvSpPr>
          <p:cNvPr id="40" name="Textplatzhalter 16">
            <a:extLst>
              <a:ext uri="{FF2B5EF4-FFF2-40B4-BE49-F238E27FC236}">
                <a16:creationId xmlns:a16="http://schemas.microsoft.com/office/drawing/2014/main" id="{5109AB33-0216-5446-9E3E-B7F2139E68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18514" y="3460208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41" name="Textplatzhalter 16">
            <a:extLst>
              <a:ext uri="{FF2B5EF4-FFF2-40B4-BE49-F238E27FC236}">
                <a16:creationId xmlns:a16="http://schemas.microsoft.com/office/drawing/2014/main" id="{8180C8C7-B3B4-E848-9451-7C47CA81EA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18514" y="443107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8062FEE9-82C9-3A40-A38F-2B17FAA90E8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18514" y="539418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3276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2280" y="3338345"/>
            <a:ext cx="3055100" cy="242132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D6047C-D8C9-4749-BC3E-91DE170BCC43}"/>
              </a:ext>
            </a:extLst>
          </p:cNvPr>
          <p:cNvSpPr/>
          <p:nvPr/>
        </p:nvSpPr>
        <p:spPr>
          <a:xfrm>
            <a:off x="4559240" y="1848106"/>
            <a:ext cx="2762576" cy="2991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1" name="Textplatzhalter 16">
            <a:extLst>
              <a:ext uri="{FF2B5EF4-FFF2-40B4-BE49-F238E27FC236}">
                <a16:creationId xmlns:a16="http://schemas.microsoft.com/office/drawing/2014/main" id="{57835BAB-AB46-FF4B-B9CC-FC3260C29B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58099" y="3338345"/>
            <a:ext cx="3055100" cy="242132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A8E7EBDC-5D86-FB46-9FA6-D61EB0B618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1130" y="3338345"/>
            <a:ext cx="3036558" cy="242132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48" name="Grafik 16">
            <a:extLst>
              <a:ext uri="{FF2B5EF4-FFF2-40B4-BE49-F238E27FC236}">
                <a16:creationId xmlns:a16="http://schemas.microsoft.com/office/drawing/2014/main" id="{820CEF5C-6098-F749-B8DA-7D0AF25723F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1817" y="1848106"/>
            <a:ext cx="289540" cy="300378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8EB2FE9F-1277-2746-B44C-EAC86870BBCB}"/>
              </a:ext>
            </a:extLst>
          </p:cNvPr>
          <p:cNvSpPr/>
          <p:nvPr/>
        </p:nvSpPr>
        <p:spPr>
          <a:xfrm>
            <a:off x="704312" y="1848106"/>
            <a:ext cx="2762576" cy="2991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51" name="Grafik 16">
            <a:extLst>
              <a:ext uri="{FF2B5EF4-FFF2-40B4-BE49-F238E27FC236}">
                <a16:creationId xmlns:a16="http://schemas.microsoft.com/office/drawing/2014/main" id="{3AF4C1F2-5AF6-B140-AC07-B7B9588F4A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6889" y="1848106"/>
            <a:ext cx="289540" cy="300378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C37562CD-F553-9E46-9097-5009E58988D6}"/>
              </a:ext>
            </a:extLst>
          </p:cNvPr>
          <p:cNvSpPr/>
          <p:nvPr/>
        </p:nvSpPr>
        <p:spPr>
          <a:xfrm>
            <a:off x="8453991" y="1848106"/>
            <a:ext cx="2762576" cy="2991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53" name="Grafik 16">
            <a:extLst>
              <a:ext uri="{FF2B5EF4-FFF2-40B4-BE49-F238E27FC236}">
                <a16:creationId xmlns:a16="http://schemas.microsoft.com/office/drawing/2014/main" id="{B500CF65-3B1C-6F46-803D-49C74F7523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6568" y="1848106"/>
            <a:ext cx="289540" cy="30037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795998-8A69-A14E-86B5-59646CF31F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57713" y="2265527"/>
            <a:ext cx="3054350" cy="9462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EF17B48-EDBD-0245-A969-849EB89B93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53990" y="2265527"/>
            <a:ext cx="3036557" cy="9462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597868B1-0E63-B24D-80DA-01F402481A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362" y="2265527"/>
            <a:ext cx="3054350" cy="9462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9905D24-5B48-754A-A639-EC1606F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698162"/>
            <a:ext cx="10801351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644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vervie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/>
        </p:nvSpPr>
        <p:spPr>
          <a:xfrm>
            <a:off x="695327" y="1726658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A8E7EBDC-5D86-FB46-9FA6-D61EB0B618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43224" y="2127751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EF17B48-EDBD-0245-A969-849EB89B93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43223" y="1726657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46A8EE-F100-234D-A187-F6B1E66CEEF3}"/>
              </a:ext>
            </a:extLst>
          </p:cNvPr>
          <p:cNvSpPr/>
          <p:nvPr/>
        </p:nvSpPr>
        <p:spPr>
          <a:xfrm>
            <a:off x="695327" y="326354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F246E0-36A9-EA44-B2F8-1C50D85BDCC0}"/>
              </a:ext>
            </a:extLst>
          </p:cNvPr>
          <p:cNvSpPr/>
          <p:nvPr/>
        </p:nvSpPr>
        <p:spPr>
          <a:xfrm>
            <a:off x="695327" y="4803435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27" name="Grafik 16">
            <a:extLst>
              <a:ext uri="{FF2B5EF4-FFF2-40B4-BE49-F238E27FC236}">
                <a16:creationId xmlns:a16="http://schemas.microsoft.com/office/drawing/2014/main" id="{435DEFA8-91AC-9645-8338-ED2D31F6A25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8784" y="1726825"/>
            <a:ext cx="289540" cy="300378"/>
          </a:xfrm>
          <a:prstGeom prst="rect">
            <a:avLst/>
          </a:prstGeom>
        </p:spPr>
      </p:pic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FAF350C9-8C30-F94A-8DD1-564A41D985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43224" y="3664987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2B47A50E-EE14-8E4A-9555-D6E7A49A9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43223" y="3263893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35" name="Grafik 16">
            <a:extLst>
              <a:ext uri="{FF2B5EF4-FFF2-40B4-BE49-F238E27FC236}">
                <a16:creationId xmlns:a16="http://schemas.microsoft.com/office/drawing/2014/main" id="{5695F5D4-0E72-754B-BC91-FFE1A043C1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8784" y="3264061"/>
            <a:ext cx="289540" cy="300378"/>
          </a:xfrm>
          <a:prstGeom prst="rect">
            <a:avLst/>
          </a:prstGeom>
        </p:spPr>
      </p:pic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F5D09911-706B-4D48-AE36-9EC5A378DC1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43224" y="5202223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27AF3F75-C06C-C54D-AB3C-2F2A2CA1C6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43223" y="4801129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38" name="Grafik 16">
            <a:extLst>
              <a:ext uri="{FF2B5EF4-FFF2-40B4-BE49-F238E27FC236}">
                <a16:creationId xmlns:a16="http://schemas.microsoft.com/office/drawing/2014/main" id="{066EFA93-76C4-FD49-8BAC-115C89EC4FA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8784" y="4804472"/>
            <a:ext cx="289540" cy="300378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1743F4EF-31C3-4445-B4A6-D5CD6BAA4DA0}"/>
              </a:ext>
            </a:extLst>
          </p:cNvPr>
          <p:cNvSpPr/>
          <p:nvPr/>
        </p:nvSpPr>
        <p:spPr>
          <a:xfrm>
            <a:off x="6377483" y="1726658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84" name="Textplatzhalter 16">
            <a:extLst>
              <a:ext uri="{FF2B5EF4-FFF2-40B4-BE49-F238E27FC236}">
                <a16:creationId xmlns:a16="http://schemas.microsoft.com/office/drawing/2014/main" id="{0CEC0A82-B16A-C04E-8A3C-D08AAB174E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25380" y="2127751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E487C88B-F1FA-9244-8648-D81CEB83BFC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25379" y="1726657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D91B81B-62BD-1F46-9AC2-0BCD633E6FE0}"/>
              </a:ext>
            </a:extLst>
          </p:cNvPr>
          <p:cNvSpPr/>
          <p:nvPr/>
        </p:nvSpPr>
        <p:spPr>
          <a:xfrm>
            <a:off x="6377483" y="326354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37E4827-2D02-B043-933D-A8F643E53B85}"/>
              </a:ext>
            </a:extLst>
          </p:cNvPr>
          <p:cNvSpPr/>
          <p:nvPr/>
        </p:nvSpPr>
        <p:spPr>
          <a:xfrm>
            <a:off x="6377483" y="4803435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88" name="Grafik 16">
            <a:extLst>
              <a:ext uri="{FF2B5EF4-FFF2-40B4-BE49-F238E27FC236}">
                <a16:creationId xmlns:a16="http://schemas.microsoft.com/office/drawing/2014/main" id="{A9D54F36-D51A-8D43-BCBE-B93F18E58AF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940" y="1726825"/>
            <a:ext cx="289540" cy="300378"/>
          </a:xfrm>
          <a:prstGeom prst="rect">
            <a:avLst/>
          </a:prstGeom>
        </p:spPr>
      </p:pic>
      <p:sp>
        <p:nvSpPr>
          <p:cNvPr id="89" name="Textplatzhalter 16">
            <a:extLst>
              <a:ext uri="{FF2B5EF4-FFF2-40B4-BE49-F238E27FC236}">
                <a16:creationId xmlns:a16="http://schemas.microsoft.com/office/drawing/2014/main" id="{BF464C80-F76C-6844-A329-75F4C3CB8BD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5380" y="3664987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2C2DEB78-827B-AE4C-9318-686967637C2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25379" y="3263893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91" name="Grafik 16">
            <a:extLst>
              <a:ext uri="{FF2B5EF4-FFF2-40B4-BE49-F238E27FC236}">
                <a16:creationId xmlns:a16="http://schemas.microsoft.com/office/drawing/2014/main" id="{7BE876F1-36CD-764A-A579-3EFD7712A79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940" y="3264061"/>
            <a:ext cx="289540" cy="300378"/>
          </a:xfrm>
          <a:prstGeom prst="rect">
            <a:avLst/>
          </a:prstGeom>
        </p:spPr>
      </p:pic>
      <p:sp>
        <p:nvSpPr>
          <p:cNvPr id="92" name="Textplatzhalter 16">
            <a:extLst>
              <a:ext uri="{FF2B5EF4-FFF2-40B4-BE49-F238E27FC236}">
                <a16:creationId xmlns:a16="http://schemas.microsoft.com/office/drawing/2014/main" id="{DD1F6F37-31F7-EA4A-B6F0-7D05CA5866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25380" y="5202223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32C03A1E-6ABA-7B48-A7DE-377D385D2D5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25379" y="4801129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94" name="Grafik 16">
            <a:extLst>
              <a:ext uri="{FF2B5EF4-FFF2-40B4-BE49-F238E27FC236}">
                <a16:creationId xmlns:a16="http://schemas.microsoft.com/office/drawing/2014/main" id="{B9FECEB7-3A74-EE4A-80AA-365CF4A3888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940" y="4804472"/>
            <a:ext cx="289540" cy="300378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87CFEC95-B5EF-2B40-9DAE-207E28554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06871"/>
            <a:ext cx="10801349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32" name="Bildplatzhalter 2">
            <a:extLst>
              <a:ext uri="{FF2B5EF4-FFF2-40B4-BE49-F238E27FC236}">
                <a16:creationId xmlns:a16="http://schemas.microsoft.com/office/drawing/2014/main" id="{B7155252-6474-8649-81F9-35993D3E1CB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76103" y="1840829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11363DB4-0820-E64A-8F4C-62E9BCD58B5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776103" y="3374193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8C442685-3CBE-404D-8AFD-B124D5BD53A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76103" y="4927124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EA286491-6915-C445-BDA2-C4E551535746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62566" y="1840829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8FAF9563-632F-BA4A-A171-3B721632EEC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62566" y="3374193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ACA2601D-BF25-AD40-AA3E-A83D9402CF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462566" y="4927124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034956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hteck 23">
            <a:extLst>
              <a:ext uri="{FF2B5EF4-FFF2-40B4-BE49-F238E27FC236}">
                <a16:creationId xmlns:a16="http://schemas.microsoft.com/office/drawing/2014/main" id="{72E25D46-9AA9-1F4B-930B-2A0038DCCABB}"/>
              </a:ext>
            </a:extLst>
          </p:cNvPr>
          <p:cNvSpPr/>
          <p:nvPr/>
        </p:nvSpPr>
        <p:spPr>
          <a:xfrm>
            <a:off x="10164763" y="0"/>
            <a:ext cx="2027237" cy="5517232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60" name="Bildplatzhalter 28">
            <a:extLst>
              <a:ext uri="{FF2B5EF4-FFF2-40B4-BE49-F238E27FC236}">
                <a16:creationId xmlns:a16="http://schemas.microsoft.com/office/drawing/2014/main" id="{E335270D-E825-794F-92F9-F20C9BEB53A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418903" y="1859305"/>
            <a:ext cx="3077771" cy="2398416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3AF6465-BB25-3F4D-80D2-1ADD600F1E44}"/>
              </a:ext>
            </a:extLst>
          </p:cNvPr>
          <p:cNvSpPr/>
          <p:nvPr/>
        </p:nvSpPr>
        <p:spPr>
          <a:xfrm>
            <a:off x="7712660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686BDA9-259A-1F48-9021-A755B9221EEF}"/>
              </a:ext>
            </a:extLst>
          </p:cNvPr>
          <p:cNvSpPr/>
          <p:nvPr/>
        </p:nvSpPr>
        <p:spPr>
          <a:xfrm>
            <a:off x="5783552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1A276B3-BBA7-A04A-970C-154A0C1BCABD}"/>
              </a:ext>
            </a:extLst>
          </p:cNvPr>
          <p:cNvSpPr/>
          <p:nvPr/>
        </p:nvSpPr>
        <p:spPr>
          <a:xfrm>
            <a:off x="3854444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1E95B1F-AB8C-9C49-B6D6-107419F7CD96}"/>
              </a:ext>
            </a:extLst>
          </p:cNvPr>
          <p:cNvSpPr/>
          <p:nvPr/>
        </p:nvSpPr>
        <p:spPr>
          <a:xfrm>
            <a:off x="1923953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/>
        </p:nvSpPr>
        <p:spPr>
          <a:xfrm>
            <a:off x="702472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A8E7EBDC-5D86-FB46-9FA6-D61EB0B618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2473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EF17B48-EDBD-0245-A969-849EB89B93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2472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27" name="Grafik 16">
            <a:extLst>
              <a:ext uri="{FF2B5EF4-FFF2-40B4-BE49-F238E27FC236}">
                <a16:creationId xmlns:a16="http://schemas.microsoft.com/office/drawing/2014/main" id="{435DEFA8-91AC-9645-8338-ED2D31F6A25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5929" y="2751843"/>
            <a:ext cx="289540" cy="300378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9A04811-10D1-5744-87DD-73359F380BA8}"/>
              </a:ext>
            </a:extLst>
          </p:cNvPr>
          <p:cNvSpPr/>
          <p:nvPr/>
        </p:nvSpPr>
        <p:spPr>
          <a:xfrm>
            <a:off x="2631580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0" name="Textplatzhalter 16">
            <a:extLst>
              <a:ext uri="{FF2B5EF4-FFF2-40B4-BE49-F238E27FC236}">
                <a16:creationId xmlns:a16="http://schemas.microsoft.com/office/drawing/2014/main" id="{DF6F12DB-54F8-4E43-8EA4-AF85CF911D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31581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9ACA4D32-DECC-4C4E-9C14-E6D36B80DB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1580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43" name="Grafik 16">
            <a:extLst>
              <a:ext uri="{FF2B5EF4-FFF2-40B4-BE49-F238E27FC236}">
                <a16:creationId xmlns:a16="http://schemas.microsoft.com/office/drawing/2014/main" id="{7DDEEAC3-C68B-9546-AA52-EE848FC10C8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5037" y="2751843"/>
            <a:ext cx="289540" cy="300378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9F77E3BA-923D-A549-B2D8-4F73C535ACC9}"/>
              </a:ext>
            </a:extLst>
          </p:cNvPr>
          <p:cNvSpPr/>
          <p:nvPr/>
        </p:nvSpPr>
        <p:spPr>
          <a:xfrm>
            <a:off x="4560688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5" name="Textplatzhalter 16">
            <a:extLst>
              <a:ext uri="{FF2B5EF4-FFF2-40B4-BE49-F238E27FC236}">
                <a16:creationId xmlns:a16="http://schemas.microsoft.com/office/drawing/2014/main" id="{951C04D6-982F-B74B-91C2-BC281B5F890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60689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AC0D748-221B-CE40-8609-B57C493EDD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60688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47" name="Grafik 16">
            <a:extLst>
              <a:ext uri="{FF2B5EF4-FFF2-40B4-BE49-F238E27FC236}">
                <a16:creationId xmlns:a16="http://schemas.microsoft.com/office/drawing/2014/main" id="{7A43475A-ECE9-8441-BDD4-CA07F9E39A4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4145" y="2751843"/>
            <a:ext cx="289540" cy="300378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88002066-7B65-E744-B732-0816201E80E2}"/>
              </a:ext>
            </a:extLst>
          </p:cNvPr>
          <p:cNvSpPr/>
          <p:nvPr/>
        </p:nvSpPr>
        <p:spPr>
          <a:xfrm>
            <a:off x="6489796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9" name="Textplatzhalter 16">
            <a:extLst>
              <a:ext uri="{FF2B5EF4-FFF2-40B4-BE49-F238E27FC236}">
                <a16:creationId xmlns:a16="http://schemas.microsoft.com/office/drawing/2014/main" id="{80D25EE4-F6AE-5046-A1FB-289939B3BF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9797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692DCF9D-FE43-1D43-9A9C-C3C85230DD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9796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51" name="Grafik 16">
            <a:extLst>
              <a:ext uri="{FF2B5EF4-FFF2-40B4-BE49-F238E27FC236}">
                <a16:creationId xmlns:a16="http://schemas.microsoft.com/office/drawing/2014/main" id="{9CB4DBB6-2290-C34C-A36D-9AE6DBDFC14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3253" y="2751843"/>
            <a:ext cx="289540" cy="300378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CF32B206-3C9C-CA46-82C6-08D17E5696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06871"/>
            <a:ext cx="6769100" cy="948334"/>
          </a:xfrm>
        </p:spPr>
        <p:txBody>
          <a:bodyPr anchor="t">
            <a:noAutofit/>
          </a:bodyPr>
          <a:lstStyle>
            <a:lvl1pPr>
              <a:defRPr sz="32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67E759CB-ACEF-704B-BB44-24309C29EC5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3446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2" name="Bildplatzhalter 2">
            <a:extLst>
              <a:ext uri="{FF2B5EF4-FFF2-40B4-BE49-F238E27FC236}">
                <a16:creationId xmlns:a16="http://schemas.microsoft.com/office/drawing/2014/main" id="{48F56D93-F7B0-C14A-92EB-50650AF3373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732555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3" name="Bildplatzhalter 2">
            <a:extLst>
              <a:ext uri="{FF2B5EF4-FFF2-40B4-BE49-F238E27FC236}">
                <a16:creationId xmlns:a16="http://schemas.microsoft.com/office/drawing/2014/main" id="{82DC9DC8-0756-B94E-B803-EB99E3699A5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656497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4" name="Bildplatzhalter 2">
            <a:extLst>
              <a:ext uri="{FF2B5EF4-FFF2-40B4-BE49-F238E27FC236}">
                <a16:creationId xmlns:a16="http://schemas.microsoft.com/office/drawing/2014/main" id="{433AC3CB-B925-974D-AD30-590A065D0F3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585400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5" name="Rechteck 23">
            <a:extLst>
              <a:ext uri="{FF2B5EF4-FFF2-40B4-BE49-F238E27FC236}">
                <a16:creationId xmlns:a16="http://schemas.microsoft.com/office/drawing/2014/main" id="{3F9E3C43-D828-0E4F-AEB1-343AAFE6DCBC}"/>
              </a:ext>
            </a:extLst>
          </p:cNvPr>
          <p:cNvSpPr/>
          <p:nvPr/>
        </p:nvSpPr>
        <p:spPr>
          <a:xfrm rot="5400000">
            <a:off x="9675696" y="3000929"/>
            <a:ext cx="1259510" cy="3773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79A8AEBE-4025-0142-B246-7D5E28C1C7A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796338" y="4538825"/>
            <a:ext cx="2700337" cy="6973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a </a:t>
            </a:r>
            <a:r>
              <a:rPr lang="en-US" noProof="0" err="1"/>
              <a:t>dane</a:t>
            </a:r>
            <a:r>
              <a:rPr lang="en-US" noProof="0"/>
              <a:t> de nah </a:t>
            </a:r>
            <a:r>
              <a:rPr lang="en-US" noProof="0" err="1"/>
              <a:t>ednom</a:t>
            </a:r>
            <a:r>
              <a:rPr lang="en-US" noProof="0"/>
              <a:t> </a:t>
            </a:r>
            <a:r>
              <a:rPr lang="en-US" noProof="0" err="1"/>
              <a:t>rena</a:t>
            </a:r>
            <a:r>
              <a:rPr lang="en-US" noProof="0"/>
              <a:t> </a:t>
            </a:r>
            <a:r>
              <a:rPr lang="en-US" noProof="0" err="1"/>
              <a:t>disdos</a:t>
            </a:r>
            <a:r>
              <a:rPr lang="en-US" noProof="0"/>
              <a:t> se </a:t>
            </a:r>
            <a:r>
              <a:rPr lang="en-US" noProof="0" err="1"/>
              <a:t>kamp</a:t>
            </a:r>
            <a:r>
              <a:rPr lang="en-US" noProof="0"/>
              <a:t>.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172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WO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4" name="Titelplatzhalter 1">
            <a:extLst>
              <a:ext uri="{FF2B5EF4-FFF2-40B4-BE49-F238E27FC236}">
                <a16:creationId xmlns:a16="http://schemas.microsoft.com/office/drawing/2014/main" id="{9C9C4EB5-023A-6348-8776-EB801C530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  <p:graphicFrame>
        <p:nvGraphicFramePr>
          <p:cNvPr id="34" name="Table 4">
            <a:extLst>
              <a:ext uri="{FF2B5EF4-FFF2-40B4-BE49-F238E27FC236}">
                <a16:creationId xmlns:a16="http://schemas.microsoft.com/office/drawing/2014/main" id="{E508AF5F-15A4-194E-A427-2CF5A50A2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353017"/>
              </p:ext>
            </p:extLst>
          </p:nvPr>
        </p:nvGraphicFramePr>
        <p:xfrm>
          <a:off x="6245712" y="2169318"/>
          <a:ext cx="5252104" cy="2697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26">
                  <a:extLst>
                    <a:ext uri="{9D8B030D-6E8A-4147-A177-3AD203B41FA5}">
                      <a16:colId xmlns:a16="http://schemas.microsoft.com/office/drawing/2014/main" val="2662265193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1402814669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2616893684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708468665"/>
                    </a:ext>
                  </a:extLst>
                </a:gridCol>
              </a:tblGrid>
              <a:tr h="539530"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800893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457447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648602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72781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067030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EA757C1F-6BAB-D842-856D-6292B0142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216338"/>
              </p:ext>
            </p:extLst>
          </p:nvPr>
        </p:nvGraphicFramePr>
        <p:xfrm>
          <a:off x="703636" y="2169318"/>
          <a:ext cx="5252104" cy="2697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26">
                  <a:extLst>
                    <a:ext uri="{9D8B030D-6E8A-4147-A177-3AD203B41FA5}">
                      <a16:colId xmlns:a16="http://schemas.microsoft.com/office/drawing/2014/main" val="2662265193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1402814669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2616893684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708468665"/>
                    </a:ext>
                  </a:extLst>
                </a:gridCol>
              </a:tblGrid>
              <a:tr h="539530"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800893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457447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648602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72781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067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1062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65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ad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4" name="Titelplatzhalter 1">
            <a:extLst>
              <a:ext uri="{FF2B5EF4-FFF2-40B4-BE49-F238E27FC236}">
                <a16:creationId xmlns:a16="http://schemas.microsoft.com/office/drawing/2014/main" id="{9C9C4EB5-023A-6348-8776-EB801C530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  <p:pic>
        <p:nvPicPr>
          <p:cNvPr id="7" name="Picture 48">
            <a:extLst>
              <a:ext uri="{FF2B5EF4-FFF2-40B4-BE49-F238E27FC236}">
                <a16:creationId xmlns:a16="http://schemas.microsoft.com/office/drawing/2014/main" id="{B977ADDE-4E50-2D4C-9A75-E3C3491E80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06549" y="2183613"/>
            <a:ext cx="9363108" cy="29776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6DED85E-0EC6-2F49-8EE8-7174015ACA32}"/>
              </a:ext>
            </a:extLst>
          </p:cNvPr>
          <p:cNvSpPr/>
          <p:nvPr/>
        </p:nvSpPr>
        <p:spPr>
          <a:xfrm>
            <a:off x="2826385" y="1911542"/>
            <a:ext cx="605790" cy="6057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936611-6B99-2F45-9C82-FF0B865A0555}"/>
              </a:ext>
            </a:extLst>
          </p:cNvPr>
          <p:cNvSpPr/>
          <p:nvPr/>
        </p:nvSpPr>
        <p:spPr>
          <a:xfrm>
            <a:off x="5793105" y="1911542"/>
            <a:ext cx="605790" cy="6057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BD796F-B904-3347-8214-0C37716AC9EA}"/>
              </a:ext>
            </a:extLst>
          </p:cNvPr>
          <p:cNvSpPr/>
          <p:nvPr/>
        </p:nvSpPr>
        <p:spPr>
          <a:xfrm>
            <a:off x="8796338" y="1911542"/>
            <a:ext cx="605790" cy="6057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7FA710-B949-A341-8BAB-ADC6B815A228}"/>
              </a:ext>
            </a:extLst>
          </p:cNvPr>
          <p:cNvSpPr/>
          <p:nvPr/>
        </p:nvSpPr>
        <p:spPr>
          <a:xfrm>
            <a:off x="2826385" y="3372352"/>
            <a:ext cx="605790" cy="6057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25083E-2903-4D49-A3B9-B5BB939C35DF}"/>
              </a:ext>
            </a:extLst>
          </p:cNvPr>
          <p:cNvSpPr/>
          <p:nvPr/>
        </p:nvSpPr>
        <p:spPr>
          <a:xfrm>
            <a:off x="5793105" y="3372352"/>
            <a:ext cx="605790" cy="6057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DD30DC-5B67-BE44-8EE4-5BAAAF30F70B}"/>
              </a:ext>
            </a:extLst>
          </p:cNvPr>
          <p:cNvSpPr/>
          <p:nvPr/>
        </p:nvSpPr>
        <p:spPr>
          <a:xfrm>
            <a:off x="8796338" y="3372352"/>
            <a:ext cx="605790" cy="6057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A5EC37-CFB6-2B45-B773-EB88268E464B}"/>
              </a:ext>
            </a:extLst>
          </p:cNvPr>
          <p:cNvSpPr/>
          <p:nvPr/>
        </p:nvSpPr>
        <p:spPr>
          <a:xfrm>
            <a:off x="2826385" y="4827996"/>
            <a:ext cx="605790" cy="605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126EB9-48E8-2F46-BDE3-229DE590EF49}"/>
              </a:ext>
            </a:extLst>
          </p:cNvPr>
          <p:cNvSpPr/>
          <p:nvPr/>
        </p:nvSpPr>
        <p:spPr>
          <a:xfrm>
            <a:off x="5793105" y="4827996"/>
            <a:ext cx="605790" cy="605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3D9404-2E57-B74B-B72D-166078FE7077}"/>
              </a:ext>
            </a:extLst>
          </p:cNvPr>
          <p:cNvSpPr/>
          <p:nvPr/>
        </p:nvSpPr>
        <p:spPr>
          <a:xfrm>
            <a:off x="8796338" y="4827996"/>
            <a:ext cx="605790" cy="605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00403000000020004" pitchFamily="2" charset="0"/>
            </a:endParaRP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3F4A229-B081-5240-B995-088D6CF03F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11395" y="2593809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50E4001-8746-7740-9CD0-8B7874CBA2C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11395" y="2822409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05DD8C73-D1E0-C14F-BEC9-D6ADFCCA39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57368" y="2593809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89DBF12-D07B-9C48-9BF2-FB2174A9BF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57368" y="2822409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DDEC5183-7083-E34E-B691-2EF9FF90614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81159" y="2593809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7A32A4F-A1B8-A84D-88E6-2ABE4C114AF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81159" y="2822409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2B2378F-9D8F-7846-BECE-DD7E6D3259A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1395" y="4041609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01296A8-F6E0-954A-8C06-A3C9380457B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911395" y="4270209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1B3DF09F-4B05-D140-BEAF-9C66591864C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57368" y="4041609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0F25F04-B976-0041-B0D7-F5A75C5CBB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857368" y="4270209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43C6C21-4029-1D4D-BF21-BDBEB2B547E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81159" y="4041609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0F72A71A-CC59-CC4B-AE21-065EC9AACB1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81159" y="4270209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4B739DD-ECA6-6B47-8647-DC5AB81697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911395" y="5497875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4539150C-340B-A84D-93C5-F45EB5A03E4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11395" y="5726475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52F10108-C64D-8346-8EC3-E07F3BC963F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57368" y="5497875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171D2174-E662-6F4F-A23C-671D587E350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57368" y="5726475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360D5C2-6EAE-534A-9E76-2CF7C991E67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81159" y="5497875"/>
            <a:ext cx="2436147" cy="213192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123A4B3-F895-3F44-98F1-A5002E2DF4D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881159" y="5726475"/>
            <a:ext cx="2436147" cy="394788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Aenean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dolorsociis</a:t>
            </a:r>
            <a:r>
              <a:rPr lang="en-US" noProof="0"/>
              <a:t>. 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9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65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Road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4" name="Titelplatzhalter 1">
            <a:extLst>
              <a:ext uri="{FF2B5EF4-FFF2-40B4-BE49-F238E27FC236}">
                <a16:creationId xmlns:a16="http://schemas.microsoft.com/office/drawing/2014/main" id="{9C9C4EB5-023A-6348-8776-EB801C530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6E4BD36-BA8D-8C4A-AE89-C39D50FEE585}"/>
              </a:ext>
            </a:extLst>
          </p:cNvPr>
          <p:cNvGrpSpPr/>
          <p:nvPr/>
        </p:nvGrpSpPr>
        <p:grpSpPr>
          <a:xfrm>
            <a:off x="703638" y="2580785"/>
            <a:ext cx="10885618" cy="1192306"/>
            <a:chOff x="703638" y="2580785"/>
            <a:chExt cx="10885618" cy="119230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1214EF8-23F7-7B43-A0BC-53E3E86223FE}"/>
                </a:ext>
              </a:extLst>
            </p:cNvPr>
            <p:cNvSpPr/>
            <p:nvPr/>
          </p:nvSpPr>
          <p:spPr>
            <a:xfrm>
              <a:off x="703638" y="2580785"/>
              <a:ext cx="10794178" cy="119230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00403000000020004" pitchFamily="2" charset="0"/>
              </a:endParaRP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107B6D6-2DD4-4249-A908-99B47179F5B0}"/>
                </a:ext>
              </a:extLst>
            </p:cNvPr>
            <p:cNvCxnSpPr>
              <a:cxnSpLocks/>
            </p:cNvCxnSpPr>
            <p:nvPr/>
          </p:nvCxnSpPr>
          <p:spPr>
            <a:xfrm>
              <a:off x="703638" y="2742149"/>
              <a:ext cx="1079417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B8F03ED-CC1B-E646-93B3-D13ECC6E46DB}"/>
                </a:ext>
              </a:extLst>
            </p:cNvPr>
            <p:cNvCxnSpPr>
              <a:cxnSpLocks/>
            </p:cNvCxnSpPr>
            <p:nvPr/>
          </p:nvCxnSpPr>
          <p:spPr>
            <a:xfrm>
              <a:off x="703638" y="3618607"/>
              <a:ext cx="1079417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0FB860B-F970-C848-9EA7-ACF0928AAA00}"/>
                </a:ext>
              </a:extLst>
            </p:cNvPr>
            <p:cNvCxnSpPr>
              <a:cxnSpLocks/>
            </p:cNvCxnSpPr>
            <p:nvPr/>
          </p:nvCxnSpPr>
          <p:spPr>
            <a:xfrm>
              <a:off x="795078" y="3181285"/>
              <a:ext cx="10794178" cy="0"/>
            </a:xfrm>
            <a:prstGeom prst="line">
              <a:avLst/>
            </a:prstGeom>
            <a:ln w="5715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9AC6CBE-B855-3C42-B3A1-E5F8C21A66E7}"/>
              </a:ext>
            </a:extLst>
          </p:cNvPr>
          <p:cNvCxnSpPr/>
          <p:nvPr/>
        </p:nvCxnSpPr>
        <p:spPr>
          <a:xfrm flipV="1">
            <a:off x="1559858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2264707-FBEE-EE4B-A4E3-98BDA339AB6E}"/>
              </a:ext>
            </a:extLst>
          </p:cNvPr>
          <p:cNvCxnSpPr/>
          <p:nvPr/>
        </p:nvCxnSpPr>
        <p:spPr>
          <a:xfrm flipV="1">
            <a:off x="3825729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AB75D84-FC6D-D345-B3CD-5C1282AFF4F8}"/>
              </a:ext>
            </a:extLst>
          </p:cNvPr>
          <p:cNvCxnSpPr/>
          <p:nvPr/>
        </p:nvCxnSpPr>
        <p:spPr>
          <a:xfrm flipV="1">
            <a:off x="6103103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0D772F-21B3-D746-8C94-1EF744DC23E6}"/>
              </a:ext>
            </a:extLst>
          </p:cNvPr>
          <p:cNvCxnSpPr/>
          <p:nvPr/>
        </p:nvCxnSpPr>
        <p:spPr>
          <a:xfrm flipV="1">
            <a:off x="8368974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BF7147E-D0A9-A349-9A9A-7F7730E55E74}"/>
              </a:ext>
            </a:extLst>
          </p:cNvPr>
          <p:cNvCxnSpPr/>
          <p:nvPr/>
        </p:nvCxnSpPr>
        <p:spPr>
          <a:xfrm flipV="1">
            <a:off x="10632504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8DD25959-3A2B-6B49-9F30-71C37D7B9D30}"/>
              </a:ext>
            </a:extLst>
          </p:cNvPr>
          <p:cNvSpPr/>
          <p:nvPr/>
        </p:nvSpPr>
        <p:spPr>
          <a:xfrm>
            <a:off x="1083764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5AA73672-4F1E-D042-96A2-C7EF5ACB1DE5}"/>
              </a:ext>
            </a:extLst>
          </p:cNvPr>
          <p:cNvSpPr txBox="1">
            <a:spLocks/>
          </p:cNvSpPr>
          <p:nvPr/>
        </p:nvSpPr>
        <p:spPr>
          <a:xfrm>
            <a:off x="1164683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49E8B97-5BEA-9E42-9744-E9A8CFADCAA8}"/>
              </a:ext>
            </a:extLst>
          </p:cNvPr>
          <p:cNvSpPr/>
          <p:nvPr/>
        </p:nvSpPr>
        <p:spPr>
          <a:xfrm>
            <a:off x="3335736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9" name="Bildplatzhalter 2">
            <a:extLst>
              <a:ext uri="{FF2B5EF4-FFF2-40B4-BE49-F238E27FC236}">
                <a16:creationId xmlns:a16="http://schemas.microsoft.com/office/drawing/2014/main" id="{21986102-4FA9-0B4F-9A32-D00453F4E936}"/>
              </a:ext>
            </a:extLst>
          </p:cNvPr>
          <p:cNvSpPr txBox="1">
            <a:spLocks/>
          </p:cNvSpPr>
          <p:nvPr/>
        </p:nvSpPr>
        <p:spPr>
          <a:xfrm>
            <a:off x="3416655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C3A8E6-1087-AB49-96A0-BA8FE6454BA1}"/>
              </a:ext>
            </a:extLst>
          </p:cNvPr>
          <p:cNvSpPr/>
          <p:nvPr/>
        </p:nvSpPr>
        <p:spPr>
          <a:xfrm>
            <a:off x="5606890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1" name="Bildplatzhalter 2">
            <a:extLst>
              <a:ext uri="{FF2B5EF4-FFF2-40B4-BE49-F238E27FC236}">
                <a16:creationId xmlns:a16="http://schemas.microsoft.com/office/drawing/2014/main" id="{6EFE28F7-5BE4-1D40-A1AB-A81DC599AE48}"/>
              </a:ext>
            </a:extLst>
          </p:cNvPr>
          <p:cNvSpPr txBox="1">
            <a:spLocks/>
          </p:cNvSpPr>
          <p:nvPr/>
        </p:nvSpPr>
        <p:spPr>
          <a:xfrm>
            <a:off x="5687809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2088E4D-6E0F-014B-8A1C-74CBF1BA8F1F}"/>
              </a:ext>
            </a:extLst>
          </p:cNvPr>
          <p:cNvSpPr/>
          <p:nvPr/>
        </p:nvSpPr>
        <p:spPr>
          <a:xfrm>
            <a:off x="7865256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3" name="Bildplatzhalter 2">
            <a:extLst>
              <a:ext uri="{FF2B5EF4-FFF2-40B4-BE49-F238E27FC236}">
                <a16:creationId xmlns:a16="http://schemas.microsoft.com/office/drawing/2014/main" id="{FCFE242E-FA85-3C4F-B7BF-A158FF651880}"/>
              </a:ext>
            </a:extLst>
          </p:cNvPr>
          <p:cNvSpPr txBox="1">
            <a:spLocks/>
          </p:cNvSpPr>
          <p:nvPr/>
        </p:nvSpPr>
        <p:spPr>
          <a:xfrm>
            <a:off x="7946175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C4E3F4-A083-8F4B-862A-39EB151224B4}"/>
              </a:ext>
            </a:extLst>
          </p:cNvPr>
          <p:cNvSpPr/>
          <p:nvPr/>
        </p:nvSpPr>
        <p:spPr>
          <a:xfrm>
            <a:off x="10151975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6" name="Bildplatzhalter 2">
            <a:extLst>
              <a:ext uri="{FF2B5EF4-FFF2-40B4-BE49-F238E27FC236}">
                <a16:creationId xmlns:a16="http://schemas.microsoft.com/office/drawing/2014/main" id="{5D5BBC9A-B12E-A345-9F79-1CB11D2F5069}"/>
              </a:ext>
            </a:extLst>
          </p:cNvPr>
          <p:cNvSpPr txBox="1">
            <a:spLocks/>
          </p:cNvSpPr>
          <p:nvPr/>
        </p:nvSpPr>
        <p:spPr>
          <a:xfrm>
            <a:off x="10232894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57" name="Text Placeholder 31">
            <a:extLst>
              <a:ext uri="{FF2B5EF4-FFF2-40B4-BE49-F238E27FC236}">
                <a16:creationId xmlns:a16="http://schemas.microsoft.com/office/drawing/2014/main" id="{3D4805C6-F40D-E846-A307-6BEEA4143D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1233" y="4373562"/>
            <a:ext cx="1719965" cy="1615753"/>
          </a:xfrm>
        </p:spPr>
        <p:txBody>
          <a:bodyPr/>
          <a:lstStyle>
            <a:lvl1pPr marL="11113" indent="-11113">
              <a:buNone/>
              <a:tabLst/>
              <a:defRPr sz="12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b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</a:b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58" name="Text Placeholder 31">
            <a:extLst>
              <a:ext uri="{FF2B5EF4-FFF2-40B4-BE49-F238E27FC236}">
                <a16:creationId xmlns:a16="http://schemas.microsoft.com/office/drawing/2014/main" id="{F631DA04-B4A5-EC47-B976-BF6B4AEE09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65819" y="4373562"/>
            <a:ext cx="1719965" cy="1615753"/>
          </a:xfrm>
        </p:spPr>
        <p:txBody>
          <a:bodyPr/>
          <a:lstStyle>
            <a:lvl1pPr marL="11113" indent="-11113">
              <a:buNone/>
              <a:tabLst/>
              <a:defRPr sz="12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b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</a:b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59" name="Text Placeholder 31">
            <a:extLst>
              <a:ext uri="{FF2B5EF4-FFF2-40B4-BE49-F238E27FC236}">
                <a16:creationId xmlns:a16="http://schemas.microsoft.com/office/drawing/2014/main" id="{409C26F6-8A05-1149-BD01-5C8CF75D80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40389" y="4373562"/>
            <a:ext cx="1719965" cy="1615753"/>
          </a:xfrm>
        </p:spPr>
        <p:txBody>
          <a:bodyPr/>
          <a:lstStyle>
            <a:lvl1pPr marL="11113" indent="-11113">
              <a:buNone/>
              <a:tabLst/>
              <a:defRPr sz="12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b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</a:b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60" name="Text Placeholder 31">
            <a:extLst>
              <a:ext uri="{FF2B5EF4-FFF2-40B4-BE49-F238E27FC236}">
                <a16:creationId xmlns:a16="http://schemas.microsoft.com/office/drawing/2014/main" id="{B7583158-9555-3D4E-81CD-CD31EAF60D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03836" y="4373562"/>
            <a:ext cx="1719965" cy="1615753"/>
          </a:xfrm>
        </p:spPr>
        <p:txBody>
          <a:bodyPr/>
          <a:lstStyle>
            <a:lvl1pPr marL="11113" indent="-11113">
              <a:buNone/>
              <a:tabLst/>
              <a:defRPr sz="12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b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</a:b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61" name="Text Placeholder 31">
            <a:extLst>
              <a:ext uri="{FF2B5EF4-FFF2-40B4-BE49-F238E27FC236}">
                <a16:creationId xmlns:a16="http://schemas.microsoft.com/office/drawing/2014/main" id="{1B08F677-79D4-134E-B15D-15DDBEB789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78406" y="4373562"/>
            <a:ext cx="1719965" cy="1615753"/>
          </a:xfrm>
        </p:spPr>
        <p:txBody>
          <a:bodyPr/>
          <a:lstStyle>
            <a:lvl1pPr marL="11113" indent="-11113">
              <a:buNone/>
              <a:tabLst/>
              <a:defRPr sz="1200"/>
            </a:lvl1pPr>
            <a:lvl2pPr>
              <a:buNone/>
              <a:defRPr sz="1200"/>
            </a:lvl2pPr>
            <a:lvl3pPr>
              <a:buNone/>
              <a:defRPr sz="1200"/>
            </a:lvl3pPr>
            <a:lvl4pPr>
              <a:buNone/>
              <a:defRPr sz="1200"/>
            </a:lvl4pPr>
            <a:lvl5pPr>
              <a:buNone/>
              <a:defRPr sz="1200"/>
            </a:lvl5pPr>
          </a:lstStyle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b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</a:b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656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65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4" name="Title 1">
            <a:extLst>
              <a:ext uri="{FF2B5EF4-FFF2-40B4-BE49-F238E27FC236}">
                <a16:creationId xmlns:a16="http://schemas.microsoft.com/office/drawing/2014/main" id="{013E26B8-68C3-F44C-A6C0-0CA4AC3A4B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5919" y="704967"/>
            <a:ext cx="6030755" cy="998538"/>
          </a:xfrm>
        </p:spPr>
        <p:txBody>
          <a:bodyPr>
            <a:normAutofit/>
          </a:bodyPr>
          <a:lstStyle>
            <a:lvl1pPr>
              <a:defRPr sz="65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55" name="Rechteck 34">
            <a:extLst>
              <a:ext uri="{FF2B5EF4-FFF2-40B4-BE49-F238E27FC236}">
                <a16:creationId xmlns:a16="http://schemas.microsoft.com/office/drawing/2014/main" id="{E9FAE6DE-E0AA-7A46-96BA-F522EE88F198}"/>
              </a:ext>
            </a:extLst>
          </p:cNvPr>
          <p:cNvSpPr/>
          <p:nvPr/>
        </p:nvSpPr>
        <p:spPr>
          <a:xfrm>
            <a:off x="0" y="0"/>
            <a:ext cx="4109466" cy="53492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7" name="Textplatzhalter 16">
            <a:extLst>
              <a:ext uri="{FF2B5EF4-FFF2-40B4-BE49-F238E27FC236}">
                <a16:creationId xmlns:a16="http://schemas.microsoft.com/office/drawing/2014/main" id="{15142D53-B3EA-CB49-AE6E-38FFEC98DC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1133" y="3066325"/>
            <a:ext cx="5508241" cy="265071"/>
          </a:xfr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58" name="Grafik 16">
            <a:extLst>
              <a:ext uri="{FF2B5EF4-FFF2-40B4-BE49-F238E27FC236}">
                <a16:creationId xmlns:a16="http://schemas.microsoft.com/office/drawing/2014/main" id="{CE6F5C69-3723-1144-959E-AAB357634D6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8620" y="3064423"/>
            <a:ext cx="295491" cy="297582"/>
          </a:xfrm>
          <a:prstGeom prst="rect">
            <a:avLst/>
          </a:prstGeom>
        </p:spPr>
      </p:pic>
      <p:sp>
        <p:nvSpPr>
          <p:cNvPr id="59" name="Textplatzhalter 16">
            <a:extLst>
              <a:ext uri="{FF2B5EF4-FFF2-40B4-BE49-F238E27FC236}">
                <a16:creationId xmlns:a16="http://schemas.microsoft.com/office/drawing/2014/main" id="{D76CAA1F-4331-084F-96A2-D2874B7085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1133" y="3754947"/>
            <a:ext cx="5508241" cy="265071"/>
          </a:xfr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60" name="Grafik 16">
            <a:extLst>
              <a:ext uri="{FF2B5EF4-FFF2-40B4-BE49-F238E27FC236}">
                <a16:creationId xmlns:a16="http://schemas.microsoft.com/office/drawing/2014/main" id="{AC40E66D-0AFC-F742-A67A-A7C294CFD9E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8620" y="3738691"/>
            <a:ext cx="295491" cy="297582"/>
          </a:xfrm>
          <a:prstGeom prst="rect">
            <a:avLst/>
          </a:prstGeom>
        </p:spPr>
      </p:pic>
      <p:sp>
        <p:nvSpPr>
          <p:cNvPr id="61" name="Textplatzhalter 16">
            <a:extLst>
              <a:ext uri="{FF2B5EF4-FFF2-40B4-BE49-F238E27FC236}">
                <a16:creationId xmlns:a16="http://schemas.microsoft.com/office/drawing/2014/main" id="{14E37E97-6CFF-FC47-A560-8C59A2E35B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1134" y="4443569"/>
            <a:ext cx="5508240" cy="265071"/>
          </a:xfr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62" name="Grafik 16">
            <a:extLst>
              <a:ext uri="{FF2B5EF4-FFF2-40B4-BE49-F238E27FC236}">
                <a16:creationId xmlns:a16="http://schemas.microsoft.com/office/drawing/2014/main" id="{6F314F01-EC0E-7041-8248-016987360C0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8620" y="4427313"/>
            <a:ext cx="295491" cy="297582"/>
          </a:xfrm>
          <a:prstGeom prst="rect">
            <a:avLst/>
          </a:prstGeom>
        </p:spPr>
      </p:pic>
      <p:sp>
        <p:nvSpPr>
          <p:cNvPr id="63" name="Textplatzhalter 16">
            <a:extLst>
              <a:ext uri="{FF2B5EF4-FFF2-40B4-BE49-F238E27FC236}">
                <a16:creationId xmlns:a16="http://schemas.microsoft.com/office/drawing/2014/main" id="{ECEF4925-1789-C045-BD7A-8786C6F978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65919" y="1714401"/>
            <a:ext cx="6030755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 i="0">
                <a:solidFill>
                  <a:schemeClr val="tx2"/>
                </a:solidFill>
                <a:latin typeface="Inter Semi Bold" panose="020B0502030000000004" pitchFamily="34" charset="0"/>
                <a:ea typeface="Inter Semi Bold" panose="020B0502030000000004" pitchFamily="34" charset="0"/>
                <a:cs typeface="Inter Semi Bold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>
                <a:solidFill>
                  <a:schemeClr val="tx2"/>
                </a:solidFill>
                <a:effectLst/>
                <a:latin typeface="Inter Light" panose="020B0502030000000004" pitchFamily="34" charset="0"/>
              </a:rPr>
              <a:t>Click to insert Name</a:t>
            </a:r>
          </a:p>
        </p:txBody>
      </p:sp>
      <p:sp>
        <p:nvSpPr>
          <p:cNvPr id="64" name="Textplatzhalter 16">
            <a:extLst>
              <a:ext uri="{FF2B5EF4-FFF2-40B4-BE49-F238E27FC236}">
                <a16:creationId xmlns:a16="http://schemas.microsoft.com/office/drawing/2014/main" id="{428366D1-E1A8-5B4F-BBCA-636DFCB48F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5919" y="2182592"/>
            <a:ext cx="6030755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65" name="Bildplatzhalter 7">
            <a:extLst>
              <a:ext uri="{FF2B5EF4-FFF2-40B4-BE49-F238E27FC236}">
                <a16:creationId xmlns:a16="http://schemas.microsoft.com/office/drawing/2014/main" id="{77D8957A-F82E-0A48-8A4E-6F5E3137FD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326" y="1714401"/>
            <a:ext cx="4032248" cy="2999064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pic>
        <p:nvPicPr>
          <p:cNvPr id="98" name="Grafik 13">
            <a:extLst>
              <a:ext uri="{FF2B5EF4-FFF2-40B4-BE49-F238E27FC236}">
                <a16:creationId xmlns:a16="http://schemas.microsoft.com/office/drawing/2014/main" id="{22C83401-3268-AA4D-B9EB-135E930AC0A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2642" y="1711108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72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15A996A4-04D9-B345-8016-8584F9F07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4695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2F6A3-3131-41F6-82E7-B3C109628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9B4C25-DFB4-477B-80C2-2A01AB6E9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07CB4-2468-4BD7-B0C0-A096CC0E0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489BB-BC48-4CF9-BD6C-7CD23E551999}" type="datetimeFigureOut">
              <a:rPr lang="en-GB" smtClean="0"/>
              <a:t>18/09/2025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1F1F6-097D-4120-BB95-35E9C4CC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E06DD-95AF-4752-94F4-7870A508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5567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with 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15A996A4-04D9-B345-8016-8584F9F07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7" y="692150"/>
            <a:ext cx="10793037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</a:p>
        </p:txBody>
      </p:sp>
      <p:sp>
        <p:nvSpPr>
          <p:cNvPr id="7" name="Rechteck 23">
            <a:extLst>
              <a:ext uri="{FF2B5EF4-FFF2-40B4-BE49-F238E27FC236}">
                <a16:creationId xmlns:a16="http://schemas.microsoft.com/office/drawing/2014/main" id="{4AF87F76-7E86-A448-81E2-E798D34C1E75}"/>
              </a:ext>
            </a:extLst>
          </p:cNvPr>
          <p:cNvSpPr/>
          <p:nvPr userDrawn="1"/>
        </p:nvSpPr>
        <p:spPr>
          <a:xfrm>
            <a:off x="703637" y="2855045"/>
            <a:ext cx="4023938" cy="30619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E5EACF8F-1EE1-B748-A814-25EAA22F715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699972" y="3496608"/>
            <a:ext cx="2031268" cy="1923972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CE36ECE-3755-464F-948E-CE896966BD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8389" y="2548334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pic>
        <p:nvPicPr>
          <p:cNvPr id="11" name="Grafik 16">
            <a:extLst>
              <a:ext uri="{FF2B5EF4-FFF2-40B4-BE49-F238E27FC236}">
                <a16:creationId xmlns:a16="http://schemas.microsoft.com/office/drawing/2014/main" id="{4D8261DA-E56C-0048-A465-5FC9B903B1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2548335"/>
            <a:ext cx="295491" cy="297582"/>
          </a:xfrm>
          <a:prstGeom prst="rect">
            <a:avLst/>
          </a:prstGeom>
        </p:spPr>
      </p:pic>
      <p:pic>
        <p:nvPicPr>
          <p:cNvPr id="13" name="Grafik 16">
            <a:extLst>
              <a:ext uri="{FF2B5EF4-FFF2-40B4-BE49-F238E27FC236}">
                <a16:creationId xmlns:a16="http://schemas.microsoft.com/office/drawing/2014/main" id="{6D9C75B0-401B-EC43-99DC-DA82AF9DC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3274613"/>
            <a:ext cx="295491" cy="297582"/>
          </a:xfrm>
          <a:prstGeom prst="rect">
            <a:avLst/>
          </a:prstGeom>
        </p:spPr>
      </p:pic>
      <p:pic>
        <p:nvPicPr>
          <p:cNvPr id="14" name="Grafik 16">
            <a:extLst>
              <a:ext uri="{FF2B5EF4-FFF2-40B4-BE49-F238E27FC236}">
                <a16:creationId xmlns:a16="http://schemas.microsoft.com/office/drawing/2014/main" id="{9BD3A99C-18EB-344F-96A9-ED180018DF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3992896"/>
            <a:ext cx="295491" cy="297582"/>
          </a:xfrm>
          <a:prstGeom prst="rect">
            <a:avLst/>
          </a:prstGeom>
        </p:spPr>
      </p:pic>
      <p:pic>
        <p:nvPicPr>
          <p:cNvPr id="15" name="Grafik 16">
            <a:extLst>
              <a:ext uri="{FF2B5EF4-FFF2-40B4-BE49-F238E27FC236}">
                <a16:creationId xmlns:a16="http://schemas.microsoft.com/office/drawing/2014/main" id="{0B8445BB-D059-0C4A-8AA3-1BBF0A40F9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4730262"/>
            <a:ext cx="295491" cy="297582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5E6177C2-65F5-AF4A-B660-5F801996C9F5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098389" y="3275643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333CF0C8-3BF1-6C43-A0F1-04EC82B3F062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098389" y="3999157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23C779C8-F23E-2943-9BCA-332E61C74549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6098389" y="4730262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99AF17B2-E524-DC4B-AB75-7BD119F405F2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03637" y="1707142"/>
            <a:ext cx="10793038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pic>
        <p:nvPicPr>
          <p:cNvPr id="22" name="Grafik 16">
            <a:extLst>
              <a:ext uri="{FF2B5EF4-FFF2-40B4-BE49-F238E27FC236}">
                <a16:creationId xmlns:a16="http://schemas.microsoft.com/office/drawing/2014/main" id="{2110F236-D74B-C843-8B6C-2C82B9E2CA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49841" y="2548334"/>
            <a:ext cx="693724" cy="69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035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6AB2AA1-BAEB-0E4E-9069-A73210586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slide title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851B38-E4B3-4343-B4C2-807F67FEF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638" y="1825625"/>
            <a:ext cx="10768930" cy="43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DB310F-0653-BD4A-BEAC-698936BB6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88488" y="6356350"/>
            <a:ext cx="865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>
                    <a:lumMod val="50000"/>
                  </a:schemeClr>
                </a:solidFill>
                <a:latin typeface="Inter Light" panose="020B0502030000000004" pitchFamily="34" charset="0"/>
              </a:defRPr>
            </a:lvl1pPr>
          </a:lstStyle>
          <a:p>
            <a:fld id="{60FFAB6F-3638-44B6-B3E3-2CF2AA1A4EE6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E0097507-0F05-A245-B19F-052C1223ECE3}"/>
              </a:ext>
            </a:extLst>
          </p:cNvPr>
          <p:cNvSpPr txBox="1">
            <a:spLocks/>
          </p:cNvSpPr>
          <p:nvPr/>
        </p:nvSpPr>
        <p:spPr>
          <a:xfrm>
            <a:off x="703638" y="6356351"/>
            <a:ext cx="3024187" cy="365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 i="0" dirty="0">
                <a:solidFill>
                  <a:schemeClr val="bg1">
                    <a:lumMod val="50000"/>
                  </a:schemeClr>
                </a:solidFill>
                <a:latin typeface="Inter Light" panose="020B0502030000000004" pitchFamily="34" charset="0"/>
              </a:rPr>
              <a:t>© Copyright 2022 JAGGAER – All Rights Reserved</a:t>
            </a:r>
            <a:endParaRPr lang="de-DE" sz="800" b="0" i="0" dirty="0">
              <a:solidFill>
                <a:schemeClr val="bg1">
                  <a:lumMod val="50000"/>
                </a:schemeClr>
              </a:solidFill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23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Inter" panose="02000403000000020004" pitchFamily="2" charset="0"/>
          <a:ea typeface="Inter" panose="02000403000000020004" pitchFamily="2" charset="0"/>
          <a:cs typeface="Inter" panose="020004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3E8E9-EAF0-EC71-8A47-907F259E7B92}"/>
              </a:ext>
            </a:extLst>
          </p:cNvPr>
          <p:cNvSpPr txBox="1">
            <a:spLocks/>
          </p:cNvSpPr>
          <p:nvPr/>
        </p:nvSpPr>
        <p:spPr>
          <a:xfrm>
            <a:off x="2304463" y="4169315"/>
            <a:ext cx="4594220" cy="1675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7404D"/>
                </a:solidFill>
                <a:effectLst/>
                <a:uLnTx/>
                <a:uFillTx/>
                <a:latin typeface="Inter"/>
              </a:rPr>
              <a:t>Stable usage of the system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7404D"/>
                </a:solidFill>
                <a:effectLst/>
                <a:uLnTx/>
                <a:uFillTx/>
                <a:latin typeface="Inter"/>
              </a:rPr>
              <a:t>in Sourcing+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7404D"/>
              </a:solidFill>
              <a:effectLst/>
              <a:uLnTx/>
              <a:uFillTx/>
              <a:latin typeface="Inter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7404D"/>
                </a:solidFill>
                <a:effectLst/>
                <a:uLnTx/>
                <a:uFillTx/>
                <a:latin typeface="Inter"/>
              </a:rPr>
              <a:t>Creation method (from template and RFx) in RFQ shows good user adoption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7404D"/>
              </a:solidFill>
              <a:effectLst/>
              <a:uLnTx/>
              <a:uFillTx/>
              <a:latin typeface="Inter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5F4CAFC-066C-9FCB-B41B-50C7C1FC24DA}"/>
              </a:ext>
            </a:extLst>
          </p:cNvPr>
          <p:cNvSpPr txBox="1">
            <a:spLocks/>
          </p:cNvSpPr>
          <p:nvPr/>
        </p:nvSpPr>
        <p:spPr>
          <a:xfrm>
            <a:off x="6982174" y="4101221"/>
            <a:ext cx="4386634" cy="22314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>
                <a:solidFill>
                  <a:srgbClr val="37404D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rgbClr val="37404D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rgbClr val="37404D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rgbClr val="37404D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rgbClr val="37404D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7404D"/>
                </a:solidFill>
                <a:effectLst/>
                <a:uLnTx/>
                <a:uFillTx/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Sourcing events award % is major opportunity to improve (&lt;20%)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Inter" panose="02000803000000020004" pitchFamily="50" charset="0"/>
              </a:rPr>
              <a:t>Opportunity to upgrade overall SRM approach (process, internal &amp; external data sources, execution/impact)​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Inter" panose="02000803000000020004" pitchFamily="50" charset="0"/>
              </a:rPr>
              <a:t>Start evaluation and integration of Risk and ESG data​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Inter" panose="02000803000000020004" pitchFamily="50" charset="0"/>
              </a:rPr>
              <a:t>Create 360 supplier view based on internal &amp; external data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latin typeface="Inter" panose="02000803000000020004" pitchFamily="50" charset="0"/>
              </a:rPr>
              <a:t>Contracts Management</a:t>
            </a:r>
            <a:r>
              <a:rPr lang="en-US">
                <a:latin typeface="Inter" panose="02000803000000020004" pitchFamily="50" charset="0"/>
              </a:rPr>
              <a:t>: Increase Usage </a:t>
            </a:r>
            <a:endParaRPr lang="en-US" dirty="0">
              <a:latin typeface="Inter" panose="02000803000000020004" pitchFamily="50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latin typeface="Inter" panose="02000803000000020004" pitchFamily="50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latin typeface="Inter" panose="02000803000000020004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A9FFA-26E5-0E0D-67B3-1B60AA98F3BA}"/>
              </a:ext>
            </a:extLst>
          </p:cNvPr>
          <p:cNvSpPr txBox="1"/>
          <p:nvPr/>
        </p:nvSpPr>
        <p:spPr>
          <a:xfrm>
            <a:off x="2289569" y="3595551"/>
            <a:ext cx="21843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89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37404D"/>
                </a:solidFill>
                <a:effectLst/>
                <a:uLnTx/>
                <a:uFillTx/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What’s working: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37404D"/>
              </a:solidFill>
              <a:effectLst/>
              <a:uLnTx/>
              <a:uFillTx/>
              <a:latin typeface="Inter" panose="02000803000000020004" pitchFamily="50" charset="0"/>
              <a:ea typeface="Inter" panose="02000803000000020004" pitchFamily="50" charset="0"/>
              <a:cs typeface="Inter" panose="02000803000000020004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8E1B23-268D-C81B-EF0D-2E1009AD98D5}"/>
              </a:ext>
            </a:extLst>
          </p:cNvPr>
          <p:cNvSpPr txBox="1"/>
          <p:nvPr/>
        </p:nvSpPr>
        <p:spPr>
          <a:xfrm>
            <a:off x="7313868" y="3541231"/>
            <a:ext cx="4878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89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37404D"/>
                </a:solidFill>
                <a:effectLst/>
                <a:uLnTx/>
                <a:uFillTx/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Improvement Opportunities: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37404D"/>
              </a:solidFill>
              <a:effectLst/>
              <a:uLnTx/>
              <a:uFillTx/>
              <a:latin typeface="Inter" panose="02000803000000020004" pitchFamily="50" charset="0"/>
              <a:ea typeface="Inter" panose="02000803000000020004" pitchFamily="50" charset="0"/>
              <a:cs typeface="Inter" panose="02000803000000020004" pitchFamily="50" charset="0"/>
            </a:endParaRPr>
          </a:p>
        </p:txBody>
      </p:sp>
      <p:sp>
        <p:nvSpPr>
          <p:cNvPr id="27" name="Title 26">
            <a:extLst>
              <a:ext uri="{FF2B5EF4-FFF2-40B4-BE49-F238E27FC236}">
                <a16:creationId xmlns:a16="http://schemas.microsoft.com/office/drawing/2014/main" id="{D687C9CC-F2F6-5FB0-7ECA-450A9A31F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815" y="315859"/>
            <a:ext cx="8064501" cy="948334"/>
          </a:xfrm>
        </p:spPr>
        <p:txBody>
          <a:bodyPr/>
          <a:lstStyle/>
          <a:p>
            <a:r>
              <a:rPr lang="en-US" dirty="0"/>
              <a:t>Executive Summary</a:t>
            </a:r>
            <a:br>
              <a:rPr lang="en-US" dirty="0"/>
            </a:br>
            <a:r>
              <a:rPr lang="en-US" sz="1200" dirty="0"/>
              <a:t>DHL Group</a:t>
            </a:r>
            <a:endParaRPr lang="en-AT" sz="1200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F19931B-A77B-0218-42D0-E9A135DFE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T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0425D58-BB8A-533D-8883-3123B337F82A}"/>
              </a:ext>
            </a:extLst>
          </p:cNvPr>
          <p:cNvGrpSpPr/>
          <p:nvPr/>
        </p:nvGrpSpPr>
        <p:grpSpPr>
          <a:xfrm>
            <a:off x="4061432" y="1264193"/>
            <a:ext cx="5114059" cy="1265374"/>
            <a:chOff x="4098035" y="1896651"/>
            <a:chExt cx="5845851" cy="154522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15B7FFC4-8E45-E5FB-AB19-A8CDEA21A6CE}"/>
                </a:ext>
              </a:extLst>
            </p:cNvPr>
            <p:cNvSpPr/>
            <p:nvPr/>
          </p:nvSpPr>
          <p:spPr>
            <a:xfrm>
              <a:off x="4098035" y="1896651"/>
              <a:ext cx="5845851" cy="15452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3C82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5FCF3EC-F092-5AD6-9956-225E38AC7813}"/>
                </a:ext>
              </a:extLst>
            </p:cNvPr>
            <p:cNvSpPr/>
            <p:nvPr/>
          </p:nvSpPr>
          <p:spPr>
            <a:xfrm>
              <a:off x="7753434" y="1953818"/>
              <a:ext cx="1293379" cy="1196648"/>
            </a:xfrm>
            <a:prstGeom prst="ellipse">
              <a:avLst/>
            </a:prstGeom>
            <a:solidFill>
              <a:srgbClr val="3C8296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48E99A6-17FB-55FB-232C-6C530034365F}"/>
                </a:ext>
              </a:extLst>
            </p:cNvPr>
            <p:cNvSpPr/>
            <p:nvPr/>
          </p:nvSpPr>
          <p:spPr>
            <a:xfrm>
              <a:off x="6229397" y="1906233"/>
              <a:ext cx="1293379" cy="1196648"/>
            </a:xfrm>
            <a:prstGeom prst="ellipse">
              <a:avLst/>
            </a:prstGeom>
            <a:solidFill>
              <a:srgbClr val="3C8296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C2DCC01-6482-C42C-4074-9B4E3F0E6B54}"/>
                </a:ext>
              </a:extLst>
            </p:cNvPr>
            <p:cNvSpPr/>
            <p:nvPr/>
          </p:nvSpPr>
          <p:spPr>
            <a:xfrm>
              <a:off x="4651441" y="1906233"/>
              <a:ext cx="1293379" cy="1196648"/>
            </a:xfrm>
            <a:prstGeom prst="ellipse">
              <a:avLst/>
            </a:prstGeom>
            <a:solidFill>
              <a:srgbClr val="3C8296"/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A511835-684A-2C71-183B-57AD537145D0}"/>
                </a:ext>
              </a:extLst>
            </p:cNvPr>
            <p:cNvSpPr txBox="1"/>
            <p:nvPr/>
          </p:nvSpPr>
          <p:spPr>
            <a:xfrm>
              <a:off x="7638346" y="2940275"/>
              <a:ext cx="1617354" cy="319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3F434F"/>
                  </a:solidFill>
                  <a:effectLst/>
                  <a:uLnTx/>
                  <a:uFillTx/>
                  <a:latin typeface="Inter" panose="02000803000000020004" pitchFamily="50" charset="0"/>
                  <a:ea typeface="Inter" panose="02000803000000020004" pitchFamily="50" charset="0"/>
                  <a:cs typeface="Inter" panose="02000803000000020004" pitchFamily="50" charset="0"/>
                </a:rPr>
                <a:t>Sourcing+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779D810-FCA6-7834-02D6-B0AD856BA6CE}"/>
                </a:ext>
              </a:extLst>
            </p:cNvPr>
            <p:cNvSpPr txBox="1"/>
            <p:nvPr/>
          </p:nvSpPr>
          <p:spPr>
            <a:xfrm>
              <a:off x="4559887" y="2940361"/>
              <a:ext cx="15178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3F434F"/>
                  </a:solidFill>
                  <a:effectLst/>
                  <a:uLnTx/>
                  <a:uFillTx/>
                  <a:latin typeface="Inter" panose="02000803000000020004" pitchFamily="50" charset="0"/>
                  <a:ea typeface="Inter" panose="02000803000000020004" pitchFamily="50" charset="0"/>
                  <a:cs typeface="Inter" panose="02000803000000020004" pitchFamily="50" charset="0"/>
                </a:rPr>
                <a:t>Contracts</a:t>
              </a:r>
            </a:p>
          </p:txBody>
        </p:sp>
        <p:pic>
          <p:nvPicPr>
            <p:cNvPr id="31" name="Picture 10">
              <a:extLst>
                <a:ext uri="{FF2B5EF4-FFF2-40B4-BE49-F238E27FC236}">
                  <a16:creationId xmlns:a16="http://schemas.microsoft.com/office/drawing/2014/main" id="{419C17B7-AECA-A658-A962-C09FE905D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027753" y="2178790"/>
              <a:ext cx="937348" cy="854028"/>
            </a:xfrm>
            <a:prstGeom prst="rect">
              <a:avLst/>
            </a:prstGeom>
          </p:spPr>
        </p:pic>
        <p:pic>
          <p:nvPicPr>
            <p:cNvPr id="32" name="Picture 9">
              <a:extLst>
                <a:ext uri="{FF2B5EF4-FFF2-40B4-BE49-F238E27FC236}">
                  <a16:creationId xmlns:a16="http://schemas.microsoft.com/office/drawing/2014/main" id="{30E1FFB6-28CA-3BBF-ED59-F97D91541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4958565" y="2067937"/>
              <a:ext cx="668982" cy="88728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524014A-25D1-B187-B5E3-B7C724377D2C}"/>
                </a:ext>
              </a:extLst>
            </p:cNvPr>
            <p:cNvSpPr txBox="1"/>
            <p:nvPr/>
          </p:nvSpPr>
          <p:spPr>
            <a:xfrm>
              <a:off x="5944820" y="2915694"/>
              <a:ext cx="1723794" cy="526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3F434F"/>
                  </a:solidFill>
                  <a:effectLst/>
                  <a:uLnTx/>
                  <a:uFillTx/>
                  <a:latin typeface="Inter" panose="02000803000000020004" pitchFamily="50" charset="0"/>
                  <a:ea typeface="Inter" panose="02000803000000020004" pitchFamily="50" charset="0"/>
                  <a:cs typeface="Inter" panose="02000803000000020004" pitchFamily="50" charset="0"/>
                </a:rPr>
                <a:t>Supplier Management+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5C5766E7-74C8-FB02-8C6E-440CA3C4E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15015" y="2121467"/>
              <a:ext cx="877103" cy="8116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6655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FDCB3A-4599-4B5D-A537-8FE0855D74E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45346" y="5241917"/>
            <a:ext cx="8872649" cy="1094668"/>
          </a:xfr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Take away</a:t>
            </a:r>
          </a:p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Template usage increased significantly</a:t>
            </a:r>
          </a:p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Usage of creation methods (from template or from RFx) shows good user adoption</a:t>
            </a:r>
          </a:p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Opportunity to improve the number of awarded events in the system (&lt;18%)</a:t>
            </a:r>
          </a:p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Opportunity to increase competitiveness: Approx. 14% of the events have only 1 supplier</a:t>
            </a:r>
          </a:p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Standard participations rate: 62% supplier bidder</a:t>
            </a:r>
          </a:p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bg1">
                  <a:lumMod val="50000"/>
                </a:schemeClr>
              </a:solidFill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bg1">
                  <a:lumMod val="50000"/>
                </a:schemeClr>
              </a:solidFill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84B498-8106-487E-AB9C-13E8E755E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346" y="706871"/>
            <a:ext cx="4241032" cy="948334"/>
          </a:xfrm>
        </p:spPr>
        <p:txBody>
          <a:bodyPr/>
          <a:lstStyle/>
          <a:p>
            <a:r>
              <a:rPr lang="en-GB" sz="2800" dirty="0"/>
              <a:t>Sourcing+</a:t>
            </a:r>
            <a:br>
              <a:rPr lang="en-GB" sz="2800" dirty="0"/>
            </a:br>
            <a:r>
              <a:rPr lang="en-GB" sz="11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Source: Jaggaer Analytics</a:t>
            </a:r>
            <a:endParaRPr lang="en-GB" sz="18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0BDF3F-AFD9-4692-B827-F069E3784D6E}"/>
              </a:ext>
            </a:extLst>
          </p:cNvPr>
          <p:cNvSpPr/>
          <p:nvPr/>
        </p:nvSpPr>
        <p:spPr>
          <a:xfrm>
            <a:off x="2645346" y="1377812"/>
            <a:ext cx="8851330" cy="109466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How are users creating RFX?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18C242-79F7-4A89-AE94-FD3BEAE3F744}"/>
              </a:ext>
            </a:extLst>
          </p:cNvPr>
          <p:cNvSpPr/>
          <p:nvPr/>
        </p:nvSpPr>
        <p:spPr>
          <a:xfrm>
            <a:off x="2645346" y="2547568"/>
            <a:ext cx="4241031" cy="269434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Focus on Request for Quotation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521E65-D98A-4F15-9773-3D3E0FF61227}"/>
              </a:ext>
            </a:extLst>
          </p:cNvPr>
          <p:cNvSpPr/>
          <p:nvPr/>
        </p:nvSpPr>
        <p:spPr>
          <a:xfrm>
            <a:off x="7010280" y="2547567"/>
            <a:ext cx="4507716" cy="269434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Invited vs Bidders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0F9D4D-50D6-40CF-B56C-589D4FFB21B4}"/>
              </a:ext>
            </a:extLst>
          </p:cNvPr>
          <p:cNvSpPr txBox="1"/>
          <p:nvPr/>
        </p:nvSpPr>
        <p:spPr>
          <a:xfrm>
            <a:off x="8428775" y="1616083"/>
            <a:ext cx="13402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chemeClr val="tx2"/>
                </a:solidFill>
              </a:rPr>
              <a:t>+ 4 % </a:t>
            </a:r>
            <a:r>
              <a:rPr lang="en-GB" sz="1000" dirty="0">
                <a:solidFill>
                  <a:schemeClr val="tx2"/>
                </a:solidFill>
              </a:rPr>
              <a:t>of events </a:t>
            </a:r>
          </a:p>
          <a:p>
            <a:pPr algn="ctr"/>
            <a:r>
              <a:rPr lang="en-GB" sz="700" dirty="0">
                <a:solidFill>
                  <a:schemeClr val="tx2"/>
                </a:solidFill>
              </a:rPr>
              <a:t>between 2022 &amp; 2023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76C8B2B-3132-4614-84FA-63626D187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667" y="1155984"/>
            <a:ext cx="3235253" cy="2192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084F98-316A-6EA8-2964-A63C83699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156" y="1568185"/>
            <a:ext cx="3935020" cy="757901"/>
          </a:xfrm>
          <a:prstGeom prst="rect">
            <a:avLst/>
          </a:prstGeom>
        </p:spPr>
      </p:pic>
      <p:sp>
        <p:nvSpPr>
          <p:cNvPr id="10" name="TextBox 15">
            <a:extLst>
              <a:ext uri="{FF2B5EF4-FFF2-40B4-BE49-F238E27FC236}">
                <a16:creationId xmlns:a16="http://schemas.microsoft.com/office/drawing/2014/main" id="{D1365C99-C6B6-D626-EC40-F5C9BEE4042E}"/>
              </a:ext>
            </a:extLst>
          </p:cNvPr>
          <p:cNvSpPr txBox="1"/>
          <p:nvPr/>
        </p:nvSpPr>
        <p:spPr>
          <a:xfrm>
            <a:off x="10004215" y="1616084"/>
            <a:ext cx="142220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chemeClr val="tx2"/>
                </a:solidFill>
              </a:rPr>
              <a:t>+ 1800% </a:t>
            </a:r>
            <a:r>
              <a:rPr lang="en-GB" sz="1000" dirty="0">
                <a:solidFill>
                  <a:schemeClr val="tx2"/>
                </a:solidFill>
              </a:rPr>
              <a:t>of events </a:t>
            </a:r>
          </a:p>
          <a:p>
            <a:pPr algn="ctr"/>
            <a:r>
              <a:rPr lang="en-GB" sz="700" dirty="0">
                <a:solidFill>
                  <a:schemeClr val="tx2"/>
                </a:solidFill>
              </a:rPr>
              <a:t>Created from template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EE66800-1AF9-8004-8A49-A7622C5D4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9249" y="2781292"/>
            <a:ext cx="3502011" cy="1470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ED99A8F-3ACB-F0B3-26C5-B669A3207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8213" y="3012690"/>
            <a:ext cx="2805247" cy="21155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A65CC32-AB08-750C-324C-115758D08F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7547" y="2990482"/>
            <a:ext cx="3989278" cy="20675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EEECA28-BF7C-9DC6-A0FD-001FAAAD74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0893" y="2791031"/>
            <a:ext cx="3444426" cy="14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57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FDCB3A-4599-4B5D-A537-8FE0855D74E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40764" y="1418335"/>
            <a:ext cx="3090441" cy="1408685"/>
          </a:xfr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Take away</a:t>
            </a:r>
          </a:p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Number of contracts decreasing by 15%</a:t>
            </a:r>
          </a:p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good usage of templates</a:t>
            </a:r>
          </a:p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GB" sz="900" dirty="0">
              <a:solidFill>
                <a:schemeClr val="bg1">
                  <a:lumMod val="50000"/>
                </a:schemeClr>
              </a:solidFill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  <a:p>
            <a:pPr marL="271463" indent="-17145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No usage of digital signature or MCD due to missing functionalities (already discussed)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84B498-8106-487E-AB9C-13E8E755E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346" y="706871"/>
            <a:ext cx="4241032" cy="948334"/>
          </a:xfrm>
        </p:spPr>
        <p:txBody>
          <a:bodyPr/>
          <a:lstStyle/>
          <a:p>
            <a:r>
              <a:rPr lang="en-GB" sz="2800" dirty="0"/>
              <a:t>Contract</a:t>
            </a:r>
            <a:br>
              <a:rPr lang="en-GB" sz="2800" dirty="0"/>
            </a:br>
            <a:r>
              <a:rPr lang="en-GB" sz="11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Source: Jaggaer Analytics</a:t>
            </a:r>
            <a:endParaRPr lang="en-GB" sz="1800" dirty="0"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0BDF3F-AFD9-4692-B827-F069E3784D6E}"/>
              </a:ext>
            </a:extLst>
          </p:cNvPr>
          <p:cNvSpPr/>
          <p:nvPr/>
        </p:nvSpPr>
        <p:spPr>
          <a:xfrm>
            <a:off x="2645346" y="1418335"/>
            <a:ext cx="5591874" cy="140868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Volume &amp; Share of created contracts			YoY change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521E65-D98A-4F15-9773-3D3E0FF61227}"/>
              </a:ext>
            </a:extLst>
          </p:cNvPr>
          <p:cNvSpPr/>
          <p:nvPr/>
        </p:nvSpPr>
        <p:spPr>
          <a:xfrm>
            <a:off x="2645346" y="2879129"/>
            <a:ext cx="8785859" cy="172130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Nb &amp; Share of created contracts by status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38618D-BFDA-4E31-A3A3-122462DFF94F}"/>
              </a:ext>
            </a:extLst>
          </p:cNvPr>
          <p:cNvSpPr/>
          <p:nvPr/>
        </p:nvSpPr>
        <p:spPr>
          <a:xfrm>
            <a:off x="2645346" y="4617717"/>
            <a:ext cx="8785859" cy="162306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% of created contracts with a MCD &amp; digitally signed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7901DA-75CD-65B0-B1CE-5BA8D7EA2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162" y="1203898"/>
            <a:ext cx="4557155" cy="1524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88F418-FD36-7978-2E93-971239D7F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895" y="1648526"/>
            <a:ext cx="2285626" cy="11790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C8B659-36A2-2BD3-1972-ECB785FFE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958" y="1705152"/>
            <a:ext cx="1111141" cy="10657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E03B20B-B3B8-3F0C-4262-E412411FDE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981" y="3034217"/>
            <a:ext cx="5030304" cy="148473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896B00-84DF-A1D5-3CA1-60C7BFC9E8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6058" y="3621172"/>
            <a:ext cx="739204" cy="85351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98EE708-7267-C3B8-6965-372AF598B8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2645" y="4702225"/>
            <a:ext cx="5420578" cy="153855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51A33FE-607F-2C75-7912-1881290964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5862" y="5707822"/>
            <a:ext cx="495343" cy="4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371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B662-2A71-4057-A51E-C9638D4B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Supplier Management</a:t>
            </a:r>
            <a:br>
              <a:rPr lang="en-GB" sz="8000" dirty="0"/>
            </a:br>
            <a:r>
              <a:rPr lang="en-GB" sz="11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Source: Jaggaer Analytics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06DFB5-5CA3-4C02-81EA-06CDB6E5EDD1}"/>
              </a:ext>
            </a:extLst>
          </p:cNvPr>
          <p:cNvSpPr/>
          <p:nvPr/>
        </p:nvSpPr>
        <p:spPr>
          <a:xfrm>
            <a:off x="2392680" y="1504891"/>
            <a:ext cx="4533900" cy="39967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Registered and enabled suppliers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BAACED-A531-4EA7-BDF1-D1A054E5747A}"/>
              </a:ext>
            </a:extLst>
          </p:cNvPr>
          <p:cNvSpPr/>
          <p:nvPr/>
        </p:nvSpPr>
        <p:spPr>
          <a:xfrm>
            <a:off x="7040880" y="1504890"/>
            <a:ext cx="4000650" cy="399674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Supplier Evaluated and Qualified</a:t>
            </a:r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E12B3C79-139A-4877-8CBA-1F674C92D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848" y="5039910"/>
            <a:ext cx="1104996" cy="32006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71E95BA-2DD5-B519-A1FC-C0AE34EDEA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094" y="6239465"/>
            <a:ext cx="4633362" cy="1676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0CB7E7-CA04-00F0-982B-7689D0DFB1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3213" y="1936142"/>
            <a:ext cx="3994800" cy="28415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2F5680-0DE6-851D-C612-92315B8F89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4175" y="5070393"/>
            <a:ext cx="960203" cy="2895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2C7ED2-CCBB-1F6F-6A2B-CA094575A9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4175" y="2309522"/>
            <a:ext cx="3773611" cy="239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29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31A7143F-728F-6C17-0B5C-2F601094EC1A}"/>
              </a:ext>
            </a:extLst>
          </p:cNvPr>
          <p:cNvSpPr/>
          <p:nvPr/>
        </p:nvSpPr>
        <p:spPr>
          <a:xfrm>
            <a:off x="8098977" y="410548"/>
            <a:ext cx="3265714" cy="587603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Suppliers with at least 1 category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E6B662-2A71-4057-A51E-C9638D4B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Supplier Management</a:t>
            </a:r>
            <a:br>
              <a:rPr lang="en-GB" sz="8000" dirty="0"/>
            </a:br>
            <a:r>
              <a:rPr lang="en-GB" sz="11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Source: Jaggaer Analytics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06DFB5-5CA3-4C02-81EA-06CDB6E5EDD1}"/>
              </a:ext>
            </a:extLst>
          </p:cNvPr>
          <p:cNvSpPr/>
          <p:nvPr/>
        </p:nvSpPr>
        <p:spPr>
          <a:xfrm>
            <a:off x="2176508" y="1993053"/>
            <a:ext cx="5790484" cy="28415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Supplier Number of Logins and Unique Users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C7E7C9-77F6-0E66-6984-762646DF1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514" y="862383"/>
            <a:ext cx="2976229" cy="52887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76ACFF-02D0-BF37-062F-9A0A2B434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8858" y="4951929"/>
            <a:ext cx="1684166" cy="5334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2CEBC5-7AB2-A2C3-BC09-435ECEE56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3517" y="2519462"/>
            <a:ext cx="5673475" cy="216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062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B662-2A71-4057-A51E-C9638D4B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Users</a:t>
            </a:r>
            <a:br>
              <a:rPr lang="en-GB" sz="8000" dirty="0"/>
            </a:br>
            <a:r>
              <a:rPr lang="en-GB" sz="1100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Source: Jaggaer Analytics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A4A929-EBDC-4EF7-8B06-779FC0D9A1BC}"/>
              </a:ext>
            </a:extLst>
          </p:cNvPr>
          <p:cNvSpPr/>
          <p:nvPr/>
        </p:nvSpPr>
        <p:spPr>
          <a:xfrm>
            <a:off x="2645345" y="1676120"/>
            <a:ext cx="3843743" cy="109466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Active users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8D57D7-0043-48B9-B7D7-6C48788C4EE9}"/>
              </a:ext>
            </a:extLst>
          </p:cNvPr>
          <p:cNvSpPr/>
          <p:nvPr/>
        </p:nvSpPr>
        <p:spPr>
          <a:xfrm>
            <a:off x="2645344" y="2852402"/>
            <a:ext cx="3843744" cy="192676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Registered users trend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06DFB5-5CA3-4C02-81EA-06CDB6E5EDD1}"/>
              </a:ext>
            </a:extLst>
          </p:cNvPr>
          <p:cNvSpPr/>
          <p:nvPr/>
        </p:nvSpPr>
        <p:spPr>
          <a:xfrm>
            <a:off x="6570330" y="1674504"/>
            <a:ext cx="5184439" cy="2304713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Active Users per Division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BAACED-A531-4EA7-BDF1-D1A054E5747A}"/>
              </a:ext>
            </a:extLst>
          </p:cNvPr>
          <p:cNvSpPr/>
          <p:nvPr/>
        </p:nvSpPr>
        <p:spPr>
          <a:xfrm>
            <a:off x="6579568" y="4038192"/>
            <a:ext cx="5184439" cy="21945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bg1">
                    <a:lumMod val="50000"/>
                  </a:schemeClr>
                </a:solidFill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Number of logins and unique users logins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68CB809-8FBB-F2FC-2CC7-1F2D535E9E02}"/>
              </a:ext>
            </a:extLst>
          </p:cNvPr>
          <p:cNvSpPr txBox="1"/>
          <p:nvPr/>
        </p:nvSpPr>
        <p:spPr>
          <a:xfrm>
            <a:off x="3461657" y="2080727"/>
            <a:ext cx="1679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2"/>
                </a:solidFill>
              </a:rPr>
              <a:t>6109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C32010-2DE0-D8B7-BF82-08309C6BD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203" y="1988743"/>
            <a:ext cx="4984931" cy="17792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0DB67B-DE04-F52E-A5F2-7646A5C9C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8617" y="3175394"/>
            <a:ext cx="3705274" cy="16037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1487F1-A272-26EA-0F00-B8D399BC1E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332" y="5979664"/>
            <a:ext cx="1104996" cy="3429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9C1D280-0ACD-C42F-F7F9-A726B2D947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4765" y="4677458"/>
            <a:ext cx="5160004" cy="91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9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B43921-292C-4BA6-A4CB-2F8F8F8C1F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DD15BA-E6B3-8146-A914-ED6F83E0315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901CD31-A9CB-4705-A1EC-4DC997357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JAGGAER Solution Resources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A92FADE-FD17-497C-804C-D3B808C36C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anchor="t"/>
          <a:lstStyle/>
          <a:p>
            <a:r>
              <a:rPr lang="en-US" dirty="0"/>
              <a:t>JAGGAER University</a:t>
            </a:r>
          </a:p>
          <a:p>
            <a:pPr>
              <a:spcBef>
                <a:spcPts val="0"/>
              </a:spcBef>
            </a:pPr>
            <a:r>
              <a:rPr lang="en-US" sz="1100" dirty="0">
                <a:solidFill>
                  <a:schemeClr val="tx2"/>
                </a:solidFill>
              </a:rPr>
              <a:t>JAGGAER Solution Information &amp; Training Courses including certifications.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F51440F-DEF2-4B68-B15D-E0F7F286C07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0" y="3199281"/>
            <a:ext cx="5398286" cy="459437"/>
          </a:xfrm>
        </p:spPr>
        <p:txBody>
          <a:bodyPr anchor="t"/>
          <a:lstStyle/>
          <a:p>
            <a:r>
              <a:rPr lang="en-US" dirty="0"/>
              <a:t>JAGGAER Product Release Library</a:t>
            </a:r>
          </a:p>
          <a:p>
            <a:pPr>
              <a:spcBef>
                <a:spcPts val="0"/>
              </a:spcBef>
            </a:pPr>
            <a:r>
              <a:rPr lang="en-US" sz="1100" dirty="0">
                <a:solidFill>
                  <a:schemeClr val="tx2"/>
                </a:solidFill>
              </a:rPr>
              <a:t>Major Release &amp; Maintenance Release Information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556A6F9-5E03-45E2-B69E-342A5509233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096000" y="3918785"/>
            <a:ext cx="5398286" cy="459437"/>
          </a:xfrm>
        </p:spPr>
        <p:txBody>
          <a:bodyPr anchor="t"/>
          <a:lstStyle/>
          <a:p>
            <a:r>
              <a:rPr lang="en-US" dirty="0"/>
              <a:t>Online Searchable Help</a:t>
            </a:r>
          </a:p>
          <a:p>
            <a:pPr>
              <a:spcBef>
                <a:spcPts val="0"/>
              </a:spcBef>
            </a:pPr>
            <a:r>
              <a:rPr lang="en-US" sz="1100" dirty="0">
                <a:solidFill>
                  <a:schemeClr val="tx2"/>
                </a:solidFill>
              </a:rPr>
              <a:t>Use Keywords to search the online help system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07A41FA-5CBD-409F-913F-25968C27FDC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96000" y="4638290"/>
            <a:ext cx="5398286" cy="459437"/>
          </a:xfrm>
        </p:spPr>
        <p:txBody>
          <a:bodyPr anchor="t"/>
          <a:lstStyle/>
          <a:p>
            <a:r>
              <a:rPr lang="en-US" dirty="0"/>
              <a:t>Online Solution Handbooks</a:t>
            </a:r>
          </a:p>
          <a:p>
            <a:pPr>
              <a:spcBef>
                <a:spcPts val="0"/>
              </a:spcBef>
            </a:pPr>
            <a:r>
              <a:rPr lang="en-US" sz="1100" dirty="0">
                <a:solidFill>
                  <a:schemeClr val="tx2"/>
                </a:solidFill>
              </a:rPr>
              <a:t>PDF Handbooks for common features and processes for JAGGAER modules.</a:t>
            </a:r>
          </a:p>
        </p:txBody>
      </p:sp>
    </p:spTree>
    <p:extLst>
      <p:ext uri="{BB962C8B-B14F-4D97-AF65-F5344CB8AC3E}">
        <p14:creationId xmlns:p14="http://schemas.microsoft.com/office/powerpoint/2010/main" val="2356929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1">
      <a:dk1>
        <a:srgbClr val="3F434F"/>
      </a:dk1>
      <a:lt1>
        <a:srgbClr val="FFFFFF"/>
      </a:lt1>
      <a:dk2>
        <a:srgbClr val="3C8296"/>
      </a:dk2>
      <a:lt2>
        <a:srgbClr val="E7E6E6"/>
      </a:lt2>
      <a:accent1>
        <a:srgbClr val="D22438"/>
      </a:accent1>
      <a:accent2>
        <a:srgbClr val="E0C36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ggaer PowerPoint Template-Q122" id="{2C47846F-B9BC-469B-8386-3ABA85E267B2}" vid="{D88DBA70-2518-41BA-B9B8-2BFAD91CF3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db62c4-0963-4222-b922-0ce5fbb2b3ba">
      <Terms xmlns="http://schemas.microsoft.com/office/infopath/2007/PartnerControls"/>
    </lcf76f155ced4ddcb4097134ff3c332f>
    <Typeofpresentation xmlns="d6db62c4-0963-4222-b922-0ce5fbb2b3ba" xsi:nil="true"/>
    <TaxCatchAll xmlns="53eb39f4-33c6-453d-b7f2-25047aa3e65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A134681899F4D93FD53BF1729799E" ma:contentTypeVersion="20" ma:contentTypeDescription="Create a new document." ma:contentTypeScope="" ma:versionID="7a144e9c0f7a8e66205f7a1d5ef06f8e">
  <xsd:schema xmlns:xsd="http://www.w3.org/2001/XMLSchema" xmlns:xs="http://www.w3.org/2001/XMLSchema" xmlns:p="http://schemas.microsoft.com/office/2006/metadata/properties" xmlns:ns2="d6db62c4-0963-4222-b922-0ce5fbb2b3ba" xmlns:ns3="53eb39f4-33c6-453d-b7f2-25047aa3e654" targetNamespace="http://schemas.microsoft.com/office/2006/metadata/properties" ma:root="true" ma:fieldsID="faf685dabbc2638ccc295d893b01abfb" ns2:_="" ns3:_="">
    <xsd:import namespace="d6db62c4-0963-4222-b922-0ce5fbb2b3ba"/>
    <xsd:import namespace="53eb39f4-33c6-453d-b7f2-25047aa3e6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Typeofpresent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b62c4-0963-4222-b922-0ce5fbb2b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4eb55d6-dc06-44ab-a01f-d508de68a2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Typeofpresentation" ma:index="25" nillable="true" ma:displayName="Type of presentation" ma:format="Dropdown" ma:internalName="Typeofpresentation">
      <xsd:simpleType>
        <xsd:restriction base="dms:Text">
          <xsd:maxLength value="255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eb39f4-33c6-453d-b7f2-25047aa3e65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2f1e8ee-95d0-4fec-9ebb-3ddc3c5a0496}" ma:internalName="TaxCatchAll" ma:showField="CatchAllData" ma:web="53eb39f4-33c6-453d-b7f2-25047aa3e6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7FF897-10B7-458C-8EA3-9EFC026ADC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61FC3C-690C-4EB7-8AED-62F695F627A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C8C90F9-2207-4C5C-A981-02A8A4506A06}"/>
</file>

<file path=docProps/app.xml><?xml version="1.0" encoding="utf-8"?>
<Properties xmlns="http://schemas.openxmlformats.org/officeDocument/2006/extended-properties" xmlns:vt="http://schemas.openxmlformats.org/officeDocument/2006/docPropsVTypes">
  <Template>Jaggaer PowerPoint Template-Q122</Template>
  <TotalTime>0</TotalTime>
  <Words>367</Words>
  <Application>Microsoft Office PowerPoint</Application>
  <PresentationFormat>Widescreen</PresentationFormat>
  <Paragraphs>61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Inter</vt:lpstr>
      <vt:lpstr>Inter Light</vt:lpstr>
      <vt:lpstr>Inter Semi Bold</vt:lpstr>
      <vt:lpstr>Office</vt:lpstr>
      <vt:lpstr>Executive Summary DHL Group</vt:lpstr>
      <vt:lpstr>Sourcing+ Source: Jaggaer Analytics</vt:lpstr>
      <vt:lpstr>Contract Source: Jaggaer Analytics</vt:lpstr>
      <vt:lpstr>Supplier Management Source: Jaggaer Analytics</vt:lpstr>
      <vt:lpstr>Supplier Management Source: Jaggaer Analytics</vt:lpstr>
      <vt:lpstr>Users Source: Jaggaer Analytics</vt:lpstr>
      <vt:lpstr>JAGGAER Solution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Marie-Eve Moinard</dc:creator>
  <cp:lastModifiedBy>Laureen Kuertz</cp:lastModifiedBy>
  <cp:revision>7</cp:revision>
  <dcterms:created xsi:type="dcterms:W3CDTF">2022-01-25T13:26:33Z</dcterms:created>
  <dcterms:modified xsi:type="dcterms:W3CDTF">2025-09-18T10:12:42Z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0x010100E9BA134681899F4D93FD53BF1729799E</vt:lpwstr>
  </property>
</Properties>
</file>