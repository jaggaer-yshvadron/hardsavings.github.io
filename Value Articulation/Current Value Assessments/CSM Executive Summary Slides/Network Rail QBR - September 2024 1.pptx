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2" r:id="rId5"/>
  </p:sldMasterIdLst>
  <p:notesMasterIdLst>
    <p:notesMasterId r:id="rId16"/>
  </p:notesMasterIdLst>
  <p:sldIdLst>
    <p:sldId id="257" r:id="rId6"/>
    <p:sldId id="2147377662" r:id="rId7"/>
    <p:sldId id="2147377670" r:id="rId8"/>
    <p:sldId id="2147377679" r:id="rId9"/>
    <p:sldId id="2147377676" r:id="rId10"/>
    <p:sldId id="2147377677" r:id="rId11"/>
    <p:sldId id="2147377671" r:id="rId12"/>
    <p:sldId id="2147377678" r:id="rId13"/>
    <p:sldId id="2147377673" r:id="rId14"/>
    <p:sldId id="21473776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Taylor-Pyett" userId="085720eb-c7a3-42b8-a13b-a4342b504c80" providerId="ADAL" clId="{EDE1DF18-D9A4-4AC1-A420-AC1D0096221E}"/>
    <pc:docChg chg="custSel addSld modSld">
      <pc:chgData name="James Taylor-Pyett" userId="085720eb-c7a3-42b8-a13b-a4342b504c80" providerId="ADAL" clId="{EDE1DF18-D9A4-4AC1-A420-AC1D0096221E}" dt="2024-08-06T10:36:02.566" v="69" actId="20577"/>
      <pc:docMkLst>
        <pc:docMk/>
      </pc:docMkLst>
      <pc:sldChg chg="addSp delSp modSp new mod">
        <pc:chgData name="James Taylor-Pyett" userId="085720eb-c7a3-42b8-a13b-a4342b504c80" providerId="ADAL" clId="{EDE1DF18-D9A4-4AC1-A420-AC1D0096221E}" dt="2024-08-06T10:34:02.571" v="27" actId="1076"/>
        <pc:sldMkLst>
          <pc:docMk/>
          <pc:sldMk cId="3418795048" sldId="2147377668"/>
        </pc:sldMkLst>
      </pc:sldChg>
      <pc:sldChg chg="addSp delSp modSp new mod">
        <pc:chgData name="James Taylor-Pyett" userId="085720eb-c7a3-42b8-a13b-a4342b504c80" providerId="ADAL" clId="{EDE1DF18-D9A4-4AC1-A420-AC1D0096221E}" dt="2024-08-06T10:36:02.566" v="69" actId="20577"/>
        <pc:sldMkLst>
          <pc:docMk/>
          <pc:sldMk cId="1637241273" sldId="2147377669"/>
        </pc:sldMkLst>
      </pc:sldChg>
    </pc:docChg>
  </pc:docChgLst>
  <pc:docChgLst>
    <pc:chgData name="James Taylor-Pyett" userId="085720eb-c7a3-42b8-a13b-a4342b504c80" providerId="ADAL" clId="{41B8D630-1E0C-4AF8-8212-88B06FB222E9}"/>
    <pc:docChg chg="undo custSel addSld delSld modSld modMainMaster">
      <pc:chgData name="James Taylor-Pyett" userId="085720eb-c7a3-42b8-a13b-a4342b504c80" providerId="ADAL" clId="{41B8D630-1E0C-4AF8-8212-88B06FB222E9}" dt="2024-08-06T10:14:13.294" v="3511" actId="20577"/>
      <pc:docMkLst>
        <pc:docMk/>
      </pc:docMkLst>
      <pc:sldChg chg="addSp delSp modSp mod">
        <pc:chgData name="James Taylor-Pyett" userId="085720eb-c7a3-42b8-a13b-a4342b504c80" providerId="ADAL" clId="{41B8D630-1E0C-4AF8-8212-88B06FB222E9}" dt="2024-07-29T12:07:08.818" v="2754" actId="14100"/>
        <pc:sldMkLst>
          <pc:docMk/>
          <pc:sldMk cId="1194931713" sldId="2147377424"/>
        </pc:sldMkLst>
      </pc:sldChg>
      <pc:sldChg chg="del">
        <pc:chgData name="James Taylor-Pyett" userId="085720eb-c7a3-42b8-a13b-a4342b504c80" providerId="ADAL" clId="{41B8D630-1E0C-4AF8-8212-88B06FB222E9}" dt="2024-07-22T13:21:19.810" v="162" actId="47"/>
        <pc:sldMkLst>
          <pc:docMk/>
          <pc:sldMk cId="312764346" sldId="2147377538"/>
        </pc:sldMkLst>
      </pc:sldChg>
      <pc:sldChg chg="del">
        <pc:chgData name="James Taylor-Pyett" userId="085720eb-c7a3-42b8-a13b-a4342b504c80" providerId="ADAL" clId="{41B8D630-1E0C-4AF8-8212-88B06FB222E9}" dt="2024-07-22T13:21:19.810" v="162" actId="47"/>
        <pc:sldMkLst>
          <pc:docMk/>
          <pc:sldMk cId="3746621610" sldId="2147377539"/>
        </pc:sldMkLst>
      </pc:sldChg>
      <pc:sldChg chg="addSp delSp modSp mod">
        <pc:chgData name="James Taylor-Pyett" userId="085720eb-c7a3-42b8-a13b-a4342b504c80" providerId="ADAL" clId="{41B8D630-1E0C-4AF8-8212-88B06FB222E9}" dt="2024-07-29T14:53:15.210" v="2756" actId="20577"/>
        <pc:sldMkLst>
          <pc:docMk/>
          <pc:sldMk cId="3113329200" sldId="2147377540"/>
        </pc:sldMkLst>
      </pc:sldChg>
      <pc:sldChg chg="del">
        <pc:chgData name="James Taylor-Pyett" userId="085720eb-c7a3-42b8-a13b-a4342b504c80" providerId="ADAL" clId="{41B8D630-1E0C-4AF8-8212-88B06FB222E9}" dt="2024-07-22T13:52:23.022" v="468" actId="47"/>
        <pc:sldMkLst>
          <pc:docMk/>
          <pc:sldMk cId="1531050996" sldId="2147377541"/>
        </pc:sldMkLst>
      </pc:sldChg>
      <pc:sldChg chg="addSp delSp modSp mod">
        <pc:chgData name="James Taylor-Pyett" userId="085720eb-c7a3-42b8-a13b-a4342b504c80" providerId="ADAL" clId="{41B8D630-1E0C-4AF8-8212-88B06FB222E9}" dt="2024-07-29T12:06:41.073" v="2747" actId="1076"/>
        <pc:sldMkLst>
          <pc:docMk/>
          <pc:sldMk cId="2976349803" sldId="2147377542"/>
        </pc:sldMkLst>
      </pc:sldChg>
      <pc:sldChg chg="addSp delSp modSp mod">
        <pc:chgData name="James Taylor-Pyett" userId="085720eb-c7a3-42b8-a13b-a4342b504c80" providerId="ADAL" clId="{41B8D630-1E0C-4AF8-8212-88B06FB222E9}" dt="2024-07-29T12:06:30.898" v="2745" actId="1076"/>
        <pc:sldMkLst>
          <pc:docMk/>
          <pc:sldMk cId="2852292197" sldId="2147377543"/>
        </pc:sldMkLst>
      </pc:sldChg>
      <pc:sldChg chg="addSp delSp modSp mod">
        <pc:chgData name="James Taylor-Pyett" userId="085720eb-c7a3-42b8-a13b-a4342b504c80" providerId="ADAL" clId="{41B8D630-1E0C-4AF8-8212-88B06FB222E9}" dt="2024-07-29T15:00:31.962" v="3480" actId="1076"/>
        <pc:sldMkLst>
          <pc:docMk/>
          <pc:sldMk cId="3427975083" sldId="2147377544"/>
        </pc:sldMkLst>
      </pc:sldChg>
      <pc:sldChg chg="del">
        <pc:chgData name="James Taylor-Pyett" userId="085720eb-c7a3-42b8-a13b-a4342b504c80" providerId="ADAL" clId="{41B8D630-1E0C-4AF8-8212-88B06FB222E9}" dt="2024-07-22T13:21:19.810" v="162" actId="47"/>
        <pc:sldMkLst>
          <pc:docMk/>
          <pc:sldMk cId="3536836731" sldId="2147377656"/>
        </pc:sldMkLst>
      </pc:sldChg>
      <pc:sldChg chg="del">
        <pc:chgData name="James Taylor-Pyett" userId="085720eb-c7a3-42b8-a13b-a4342b504c80" providerId="ADAL" clId="{41B8D630-1E0C-4AF8-8212-88B06FB222E9}" dt="2024-07-22T13:21:53.780" v="164" actId="47"/>
        <pc:sldMkLst>
          <pc:docMk/>
          <pc:sldMk cId="1255040338" sldId="2147377659"/>
        </pc:sldMkLst>
      </pc:sldChg>
      <pc:sldChg chg="del">
        <pc:chgData name="James Taylor-Pyett" userId="085720eb-c7a3-42b8-a13b-a4342b504c80" providerId="ADAL" clId="{41B8D630-1E0C-4AF8-8212-88B06FB222E9}" dt="2024-07-29T11:46:29.866" v="2113" actId="47"/>
        <pc:sldMkLst>
          <pc:docMk/>
          <pc:sldMk cId="585060629" sldId="2147377661"/>
        </pc:sldMkLst>
      </pc:sldChg>
      <pc:sldChg chg="addSp delSp modSp add del mod">
        <pc:chgData name="James Taylor-Pyett" userId="085720eb-c7a3-42b8-a13b-a4342b504c80" providerId="ADAL" clId="{41B8D630-1E0C-4AF8-8212-88B06FB222E9}" dt="2024-07-29T14:57:49.774" v="3479" actId="20577"/>
        <pc:sldMkLst>
          <pc:docMk/>
          <pc:sldMk cId="3931321731" sldId="2147377662"/>
        </pc:sldMkLst>
      </pc:sldChg>
      <pc:sldChg chg="del">
        <pc:chgData name="James Taylor-Pyett" userId="085720eb-c7a3-42b8-a13b-a4342b504c80" providerId="ADAL" clId="{41B8D630-1E0C-4AF8-8212-88B06FB222E9}" dt="2024-07-22T13:20:59.102" v="161" actId="47"/>
        <pc:sldMkLst>
          <pc:docMk/>
          <pc:sldMk cId="1907570683" sldId="2147377663"/>
        </pc:sldMkLst>
      </pc:sldChg>
      <pc:sldChg chg="modSp mod">
        <pc:chgData name="James Taylor-Pyett" userId="085720eb-c7a3-42b8-a13b-a4342b504c80" providerId="ADAL" clId="{41B8D630-1E0C-4AF8-8212-88B06FB222E9}" dt="2024-07-29T15:00:38.137" v="3481" actId="20577"/>
        <pc:sldMkLst>
          <pc:docMk/>
          <pc:sldMk cId="2571358859" sldId="2147377665"/>
        </pc:sldMkLst>
      </pc:sldChg>
      <pc:sldChg chg="addSp modSp new mod">
        <pc:chgData name="James Taylor-Pyett" userId="085720eb-c7a3-42b8-a13b-a4342b504c80" providerId="ADAL" clId="{41B8D630-1E0C-4AF8-8212-88B06FB222E9}" dt="2024-08-06T10:07:06.735" v="3497" actId="20577"/>
        <pc:sldMkLst>
          <pc:docMk/>
          <pc:sldMk cId="3666494065" sldId="2147377666"/>
        </pc:sldMkLst>
      </pc:sldChg>
      <pc:sldChg chg="del">
        <pc:chgData name="James Taylor-Pyett" userId="085720eb-c7a3-42b8-a13b-a4342b504c80" providerId="ADAL" clId="{41B8D630-1E0C-4AF8-8212-88B06FB222E9}" dt="2024-07-22T13:22:09.094" v="167" actId="47"/>
        <pc:sldMkLst>
          <pc:docMk/>
          <pc:sldMk cId="4072719620" sldId="2147377666"/>
        </pc:sldMkLst>
      </pc:sldChg>
      <pc:sldChg chg="del">
        <pc:chgData name="James Taylor-Pyett" userId="085720eb-c7a3-42b8-a13b-a4342b504c80" providerId="ADAL" clId="{41B8D630-1E0C-4AF8-8212-88B06FB222E9}" dt="2024-07-22T13:21:34.983" v="163" actId="47"/>
        <pc:sldMkLst>
          <pc:docMk/>
          <pc:sldMk cId="820497625" sldId="2147377667"/>
        </pc:sldMkLst>
      </pc:sldChg>
      <pc:sldChg chg="addSp delSp modSp add mod">
        <pc:chgData name="James Taylor-Pyett" userId="085720eb-c7a3-42b8-a13b-a4342b504c80" providerId="ADAL" clId="{41B8D630-1E0C-4AF8-8212-88B06FB222E9}" dt="2024-08-06T10:14:13.294" v="3511" actId="20577"/>
        <pc:sldMkLst>
          <pc:docMk/>
          <pc:sldMk cId="1973464841" sldId="2147377667"/>
        </pc:sldMkLst>
      </pc:sldChg>
      <pc:sldChg chg="del">
        <pc:chgData name="James Taylor-Pyett" userId="085720eb-c7a3-42b8-a13b-a4342b504c80" providerId="ADAL" clId="{41B8D630-1E0C-4AF8-8212-88B06FB222E9}" dt="2024-07-29T11:46:29.866" v="2113" actId="47"/>
        <pc:sldMkLst>
          <pc:docMk/>
          <pc:sldMk cId="667677432" sldId="2147377668"/>
        </pc:sldMkLst>
      </pc:sldChg>
      <pc:sldChg chg="del">
        <pc:chgData name="James Taylor-Pyett" userId="085720eb-c7a3-42b8-a13b-a4342b504c80" providerId="ADAL" clId="{41B8D630-1E0C-4AF8-8212-88B06FB222E9}" dt="2024-07-29T11:46:29.866" v="2113" actId="47"/>
        <pc:sldMkLst>
          <pc:docMk/>
          <pc:sldMk cId="4096155956" sldId="2147377669"/>
        </pc:sldMkLst>
      </pc:sldChg>
      <pc:sldChg chg="del">
        <pc:chgData name="James Taylor-Pyett" userId="085720eb-c7a3-42b8-a13b-a4342b504c80" providerId="ADAL" clId="{41B8D630-1E0C-4AF8-8212-88B06FB222E9}" dt="2024-07-29T14:53:20.654" v="2757" actId="47"/>
        <pc:sldMkLst>
          <pc:docMk/>
          <pc:sldMk cId="967840348" sldId="2147480412"/>
        </pc:sldMkLst>
      </pc:sldChg>
      <pc:sldChg chg="del">
        <pc:chgData name="James Taylor-Pyett" userId="085720eb-c7a3-42b8-a13b-a4342b504c80" providerId="ADAL" clId="{41B8D630-1E0C-4AF8-8212-88B06FB222E9}" dt="2024-07-29T11:46:29.866" v="2113" actId="47"/>
        <pc:sldMkLst>
          <pc:docMk/>
          <pc:sldMk cId="4163897058" sldId="2147480531"/>
        </pc:sldMkLst>
      </pc:sldChg>
      <pc:sldMasterChg chg="modSldLayout">
        <pc:chgData name="James Taylor-Pyett" userId="085720eb-c7a3-42b8-a13b-a4342b504c80" providerId="ADAL" clId="{41B8D630-1E0C-4AF8-8212-88B06FB222E9}" dt="2024-07-25T08:28:12.248" v="1489" actId="20577"/>
        <pc:sldMasterMkLst>
          <pc:docMk/>
          <pc:sldMasterMk cId="4199108020" sldId="2147483660"/>
        </pc:sldMasterMkLst>
        <pc:sldLayoutChg chg="modSp mod">
          <pc:chgData name="James Taylor-Pyett" userId="085720eb-c7a3-42b8-a13b-a4342b504c80" providerId="ADAL" clId="{41B8D630-1E0C-4AF8-8212-88B06FB222E9}" dt="2024-07-25T08:28:12.248" v="1489" actId="20577"/>
          <pc:sldLayoutMkLst>
            <pc:docMk/>
            <pc:sldMasterMk cId="4199108020" sldId="2147483660"/>
            <pc:sldLayoutMk cId="386477663" sldId="2147483775"/>
          </pc:sldLayoutMkLst>
        </pc:sldLayoutChg>
      </pc:sldMasterChg>
    </pc:docChg>
  </pc:docChgLst>
  <pc:docChgLst>
    <pc:chgData name="James Taylor-Pyett" userId="085720eb-c7a3-42b8-a13b-a4342b504c80" providerId="ADAL" clId="{05FCEBFD-9333-480F-A506-7BA707AD845C}"/>
    <pc:docChg chg="undo custSel modSld">
      <pc:chgData name="James Taylor-Pyett" userId="085720eb-c7a3-42b8-a13b-a4342b504c80" providerId="ADAL" clId="{05FCEBFD-9333-480F-A506-7BA707AD845C}" dt="2025-02-28T09:51:36.719" v="52" actId="20577"/>
      <pc:docMkLst>
        <pc:docMk/>
      </pc:docMkLst>
      <pc:sldChg chg="addSp delSp modSp mod">
        <pc:chgData name="James Taylor-Pyett" userId="085720eb-c7a3-42b8-a13b-a4342b504c80" providerId="ADAL" clId="{05FCEBFD-9333-480F-A506-7BA707AD845C}" dt="2025-02-28T09:51:36.719" v="52" actId="20577"/>
        <pc:sldMkLst>
          <pc:docMk/>
          <pc:sldMk cId="3659771404" sldId="2147377670"/>
        </pc:sldMkLst>
        <pc:spChg chg="mod">
          <ac:chgData name="James Taylor-Pyett" userId="085720eb-c7a3-42b8-a13b-a4342b504c80" providerId="ADAL" clId="{05FCEBFD-9333-480F-A506-7BA707AD845C}" dt="2025-02-28T09:51:36.719" v="52" actId="20577"/>
          <ac:spMkLst>
            <pc:docMk/>
            <pc:sldMk cId="3659771404" sldId="2147377670"/>
            <ac:spMk id="11" creationId="{FDCA1051-770C-77F5-7E7E-4ED042A685A4}"/>
          </ac:spMkLst>
        </pc:spChg>
        <pc:picChg chg="add del">
          <ac:chgData name="James Taylor-Pyett" userId="085720eb-c7a3-42b8-a13b-a4342b504c80" providerId="ADAL" clId="{05FCEBFD-9333-480F-A506-7BA707AD845C}" dt="2025-02-28T09:51:33.315" v="40" actId="478"/>
          <ac:picMkLst>
            <pc:docMk/>
            <pc:sldMk cId="3659771404" sldId="2147377670"/>
            <ac:picMk id="4" creationId="{B32E6794-8596-E4C3-0843-BDAE982BC4CA}"/>
          </ac:picMkLst>
        </pc:picChg>
        <pc:picChg chg="add del mod">
          <ac:chgData name="James Taylor-Pyett" userId="085720eb-c7a3-42b8-a13b-a4342b504c80" providerId="ADAL" clId="{05FCEBFD-9333-480F-A506-7BA707AD845C}" dt="2025-02-28T09:51:33.860" v="43" actId="22"/>
          <ac:picMkLst>
            <pc:docMk/>
            <pc:sldMk cId="3659771404" sldId="2147377670"/>
            <ac:picMk id="5" creationId="{49201207-66A3-ADE8-D51E-D357E3BA02C9}"/>
          </ac:picMkLst>
        </pc:picChg>
        <pc:picChg chg="add del">
          <ac:chgData name="James Taylor-Pyett" userId="085720eb-c7a3-42b8-a13b-a4342b504c80" providerId="ADAL" clId="{05FCEBFD-9333-480F-A506-7BA707AD845C}" dt="2025-02-28T09:51:34.422" v="46" actId="478"/>
          <ac:picMkLst>
            <pc:docMk/>
            <pc:sldMk cId="3659771404" sldId="2147377670"/>
            <ac:picMk id="9" creationId="{CDE8604A-A8F9-404E-1E8A-C62CF1D0AFF7}"/>
          </ac:picMkLst>
        </pc:picChg>
        <pc:picChg chg="add del">
          <ac:chgData name="James Taylor-Pyett" userId="085720eb-c7a3-42b8-a13b-a4342b504c80" providerId="ADAL" clId="{05FCEBFD-9333-480F-A506-7BA707AD845C}" dt="2025-02-28T09:51:33.489" v="41" actId="478"/>
          <ac:picMkLst>
            <pc:docMk/>
            <pc:sldMk cId="3659771404" sldId="2147377670"/>
            <ac:picMk id="15" creationId="{11024F54-1D9B-669C-4B6E-CE58AE8E040C}"/>
          </ac:picMkLst>
        </pc:picChg>
      </pc:sldChg>
    </pc:docChg>
  </pc:docChgLst>
  <pc:docChgLst>
    <pc:chgData name="James Taylor-Pyett" userId="085720eb-c7a3-42b8-a13b-a4342b504c80" providerId="ADAL" clId="{6DCF6220-AD28-43F9-AE2E-8E1F3BCF36DC}"/>
    <pc:docChg chg="undo custSel addSld delSld modSld sldOrd">
      <pc:chgData name="James Taylor-Pyett" userId="085720eb-c7a3-42b8-a13b-a4342b504c80" providerId="ADAL" clId="{6DCF6220-AD28-43F9-AE2E-8E1F3BCF36DC}" dt="2024-10-17T13:46:23.785" v="2999" actId="14100"/>
      <pc:docMkLst>
        <pc:docMk/>
      </pc:docMkLst>
      <pc:sldChg chg="addSp delSp modSp add mod">
        <pc:chgData name="James Taylor-Pyett" userId="085720eb-c7a3-42b8-a13b-a4342b504c80" providerId="ADAL" clId="{6DCF6220-AD28-43F9-AE2E-8E1F3BCF36DC}" dt="2024-10-14T16:00:05.666" v="2880" actId="5793"/>
        <pc:sldMkLst>
          <pc:docMk/>
          <pc:sldMk cId="3956685529" sldId="257"/>
        </pc:sldMkLst>
      </pc:sldChg>
      <pc:sldChg chg="del">
        <pc:chgData name="James Taylor-Pyett" userId="085720eb-c7a3-42b8-a13b-a4342b504c80" providerId="ADAL" clId="{6DCF6220-AD28-43F9-AE2E-8E1F3BCF36DC}" dt="2024-10-14T08:32:38.004" v="1625" actId="47"/>
        <pc:sldMkLst>
          <pc:docMk/>
          <pc:sldMk cId="1194931713" sldId="2147377424"/>
        </pc:sldMkLst>
      </pc:sldChg>
      <pc:sldChg chg="del">
        <pc:chgData name="James Taylor-Pyett" userId="085720eb-c7a3-42b8-a13b-a4342b504c80" providerId="ADAL" clId="{6DCF6220-AD28-43F9-AE2E-8E1F3BCF36DC}" dt="2024-10-14T09:01:08.644" v="2025" actId="47"/>
        <pc:sldMkLst>
          <pc:docMk/>
          <pc:sldMk cId="3113329200" sldId="2147377540"/>
        </pc:sldMkLst>
      </pc:sldChg>
      <pc:sldChg chg="del">
        <pc:chgData name="James Taylor-Pyett" userId="085720eb-c7a3-42b8-a13b-a4342b504c80" providerId="ADAL" clId="{6DCF6220-AD28-43F9-AE2E-8E1F3BCF36DC}" dt="2024-10-14T15:06:40.337" v="2219" actId="47"/>
        <pc:sldMkLst>
          <pc:docMk/>
          <pc:sldMk cId="2976349803" sldId="2147377542"/>
        </pc:sldMkLst>
      </pc:sldChg>
      <pc:sldChg chg="del">
        <pc:chgData name="James Taylor-Pyett" userId="085720eb-c7a3-42b8-a13b-a4342b504c80" providerId="ADAL" clId="{6DCF6220-AD28-43F9-AE2E-8E1F3BCF36DC}" dt="2024-10-14T15:06:40.478" v="2220" actId="47"/>
        <pc:sldMkLst>
          <pc:docMk/>
          <pc:sldMk cId="2852292197" sldId="2147377543"/>
        </pc:sldMkLst>
      </pc:sldChg>
      <pc:sldChg chg="del">
        <pc:chgData name="James Taylor-Pyett" userId="085720eb-c7a3-42b8-a13b-a4342b504c80" providerId="ADAL" clId="{6DCF6220-AD28-43F9-AE2E-8E1F3BCF36DC}" dt="2024-10-14T15:06:41.205" v="2221" actId="47"/>
        <pc:sldMkLst>
          <pc:docMk/>
          <pc:sldMk cId="3427975083" sldId="2147377544"/>
        </pc:sldMkLst>
      </pc:sldChg>
      <pc:sldChg chg="addSp delSp modSp add del mod ord">
        <pc:chgData name="James Taylor-Pyett" userId="085720eb-c7a3-42b8-a13b-a4342b504c80" providerId="ADAL" clId="{6DCF6220-AD28-43F9-AE2E-8E1F3BCF36DC}" dt="2024-10-14T16:10:09.577" v="2982" actId="1076"/>
        <pc:sldMkLst>
          <pc:docMk/>
          <pc:sldMk cId="3931321731" sldId="2147377662"/>
        </pc:sldMkLst>
      </pc:sldChg>
      <pc:sldChg chg="del">
        <pc:chgData name="James Taylor-Pyett" userId="085720eb-c7a3-42b8-a13b-a4342b504c80" providerId="ADAL" clId="{6DCF6220-AD28-43F9-AE2E-8E1F3BCF36DC}" dt="2024-10-08T13:02:05.131" v="0" actId="47"/>
        <pc:sldMkLst>
          <pc:docMk/>
          <pc:sldMk cId="2571358859" sldId="2147377665"/>
        </pc:sldMkLst>
      </pc:sldChg>
      <pc:sldChg chg="del">
        <pc:chgData name="James Taylor-Pyett" userId="085720eb-c7a3-42b8-a13b-a4342b504c80" providerId="ADAL" clId="{6DCF6220-AD28-43F9-AE2E-8E1F3BCF36DC}" dt="2024-10-14T09:01:15.854" v="2026" actId="47"/>
        <pc:sldMkLst>
          <pc:docMk/>
          <pc:sldMk cId="3666494065" sldId="2147377666"/>
        </pc:sldMkLst>
      </pc:sldChg>
      <pc:sldChg chg="del">
        <pc:chgData name="James Taylor-Pyett" userId="085720eb-c7a3-42b8-a13b-a4342b504c80" providerId="ADAL" clId="{6DCF6220-AD28-43F9-AE2E-8E1F3BCF36DC}" dt="2024-10-14T09:01:18.657" v="2027" actId="47"/>
        <pc:sldMkLst>
          <pc:docMk/>
          <pc:sldMk cId="1973464841" sldId="2147377667"/>
        </pc:sldMkLst>
      </pc:sldChg>
      <pc:sldChg chg="del">
        <pc:chgData name="James Taylor-Pyett" userId="085720eb-c7a3-42b8-a13b-a4342b504c80" providerId="ADAL" clId="{6DCF6220-AD28-43F9-AE2E-8E1F3BCF36DC}" dt="2024-10-14T09:02:15.893" v="2050" actId="47"/>
        <pc:sldMkLst>
          <pc:docMk/>
          <pc:sldMk cId="3418795048" sldId="2147377668"/>
        </pc:sldMkLst>
      </pc:sldChg>
      <pc:sldChg chg="del">
        <pc:chgData name="James Taylor-Pyett" userId="085720eb-c7a3-42b8-a13b-a4342b504c80" providerId="ADAL" clId="{6DCF6220-AD28-43F9-AE2E-8E1F3BCF36DC}" dt="2024-10-14T09:04:32.179" v="2051" actId="47"/>
        <pc:sldMkLst>
          <pc:docMk/>
          <pc:sldMk cId="1637241273" sldId="2147377669"/>
        </pc:sldMkLst>
      </pc:sldChg>
      <pc:sldChg chg="addSp delSp modSp new mod ord modClrScheme chgLayout">
        <pc:chgData name="James Taylor-Pyett" userId="085720eb-c7a3-42b8-a13b-a4342b504c80" providerId="ADAL" clId="{6DCF6220-AD28-43F9-AE2E-8E1F3BCF36DC}" dt="2024-10-17T13:31:34.144" v="2985" actId="1076"/>
        <pc:sldMkLst>
          <pc:docMk/>
          <pc:sldMk cId="3659771404" sldId="2147377670"/>
        </pc:sldMkLst>
      </pc:sldChg>
      <pc:sldChg chg="addSp delSp modSp new mod">
        <pc:chgData name="James Taylor-Pyett" userId="085720eb-c7a3-42b8-a13b-a4342b504c80" providerId="ADAL" clId="{6DCF6220-AD28-43F9-AE2E-8E1F3BCF36DC}" dt="2024-10-14T09:00:10.436" v="1926" actId="20577"/>
        <pc:sldMkLst>
          <pc:docMk/>
          <pc:sldMk cId="2752913542" sldId="2147377671"/>
        </pc:sldMkLst>
      </pc:sldChg>
      <pc:sldChg chg="addSp delSp modSp new mod">
        <pc:chgData name="James Taylor-Pyett" userId="085720eb-c7a3-42b8-a13b-a4342b504c80" providerId="ADAL" clId="{6DCF6220-AD28-43F9-AE2E-8E1F3BCF36DC}" dt="2024-10-14T16:01:26.824" v="2925" actId="20577"/>
        <pc:sldMkLst>
          <pc:docMk/>
          <pc:sldMk cId="1610305202" sldId="2147377672"/>
        </pc:sldMkLst>
      </pc:sldChg>
      <pc:sldChg chg="addSp delSp modSp new mod ord">
        <pc:chgData name="James Taylor-Pyett" userId="085720eb-c7a3-42b8-a13b-a4342b504c80" providerId="ADAL" clId="{6DCF6220-AD28-43F9-AE2E-8E1F3BCF36DC}" dt="2024-10-14T16:08:43.027" v="2953" actId="1076"/>
        <pc:sldMkLst>
          <pc:docMk/>
          <pc:sldMk cId="2141746883" sldId="2147377673"/>
        </pc:sldMkLst>
      </pc:sldChg>
      <pc:sldChg chg="modSp new del mod ord">
        <pc:chgData name="James Taylor-Pyett" userId="085720eb-c7a3-42b8-a13b-a4342b504c80" providerId="ADAL" clId="{6DCF6220-AD28-43F9-AE2E-8E1F3BCF36DC}" dt="2024-10-14T16:01:29.431" v="2926" actId="47"/>
        <pc:sldMkLst>
          <pc:docMk/>
          <pc:sldMk cId="904282628" sldId="2147377674"/>
        </pc:sldMkLst>
      </pc:sldChg>
      <pc:sldChg chg="delSp modSp add del mod">
        <pc:chgData name="James Taylor-Pyett" userId="085720eb-c7a3-42b8-a13b-a4342b504c80" providerId="ADAL" clId="{6DCF6220-AD28-43F9-AE2E-8E1F3BCF36DC}" dt="2024-10-14T08:49:26.756" v="1853" actId="47"/>
        <pc:sldMkLst>
          <pc:docMk/>
          <pc:sldMk cId="2554013563" sldId="2147377675"/>
        </pc:sldMkLst>
      </pc:sldChg>
      <pc:sldChg chg="addSp delSp modSp add mod">
        <pc:chgData name="James Taylor-Pyett" userId="085720eb-c7a3-42b8-a13b-a4342b504c80" providerId="ADAL" clId="{6DCF6220-AD28-43F9-AE2E-8E1F3BCF36DC}" dt="2024-10-14T15:06:59.971" v="2227" actId="14100"/>
        <pc:sldMkLst>
          <pc:docMk/>
          <pc:sldMk cId="2478331202" sldId="2147377676"/>
        </pc:sldMkLst>
      </pc:sldChg>
      <pc:sldChg chg="addSp delSp modSp add mod">
        <pc:chgData name="James Taylor-Pyett" userId="085720eb-c7a3-42b8-a13b-a4342b504c80" providerId="ADAL" clId="{6DCF6220-AD28-43F9-AE2E-8E1F3BCF36DC}" dt="2024-10-14T15:06:35.396" v="2218" actId="1076"/>
        <pc:sldMkLst>
          <pc:docMk/>
          <pc:sldMk cId="2278388814" sldId="2147377677"/>
        </pc:sldMkLst>
      </pc:sldChg>
      <pc:sldChg chg="addSp delSp modSp new mod ord">
        <pc:chgData name="James Taylor-Pyett" userId="085720eb-c7a3-42b8-a13b-a4342b504c80" providerId="ADAL" clId="{6DCF6220-AD28-43F9-AE2E-8E1F3BCF36DC}" dt="2024-10-14T15:53:40.584" v="2606" actId="1076"/>
        <pc:sldMkLst>
          <pc:docMk/>
          <pc:sldMk cId="2874032330" sldId="2147377678"/>
        </pc:sldMkLst>
      </pc:sldChg>
      <pc:sldChg chg="addSp delSp modSp add mod">
        <pc:chgData name="James Taylor-Pyett" userId="085720eb-c7a3-42b8-a13b-a4342b504c80" providerId="ADAL" clId="{6DCF6220-AD28-43F9-AE2E-8E1F3BCF36DC}" dt="2024-10-17T13:46:23.785" v="2999" actId="14100"/>
        <pc:sldMkLst>
          <pc:docMk/>
          <pc:sldMk cId="2943557798" sldId="2147377679"/>
        </pc:sldMkLst>
      </pc:sldChg>
      <pc:sldMasterChg chg="delSldLayout">
        <pc:chgData name="James Taylor-Pyett" userId="085720eb-c7a3-42b8-a13b-a4342b504c80" providerId="ADAL" clId="{6DCF6220-AD28-43F9-AE2E-8E1F3BCF36DC}" dt="2024-10-14T15:06:41.205" v="2221" actId="47"/>
        <pc:sldMasterMkLst>
          <pc:docMk/>
          <pc:sldMasterMk cId="4199108020" sldId="2147483660"/>
        </pc:sldMasterMkLst>
        <pc:sldLayoutChg chg="del">
          <pc:chgData name="James Taylor-Pyett" userId="085720eb-c7a3-42b8-a13b-a4342b504c80" providerId="ADAL" clId="{6DCF6220-AD28-43F9-AE2E-8E1F3BCF36DC}" dt="2024-10-14T15:06:41.205" v="2221" actId="47"/>
          <pc:sldLayoutMkLst>
            <pc:docMk/>
            <pc:sldMasterMk cId="4199108020" sldId="2147483660"/>
            <pc:sldLayoutMk cId="386477663" sldId="2147483775"/>
          </pc:sldLayoutMkLst>
        </pc:sldLayoutChg>
        <pc:sldLayoutChg chg="del">
          <pc:chgData name="James Taylor-Pyett" userId="085720eb-c7a3-42b8-a13b-a4342b504c80" providerId="ADAL" clId="{6DCF6220-AD28-43F9-AE2E-8E1F3BCF36DC}" dt="2024-10-14T09:01:08.644" v="2025" actId="47"/>
          <pc:sldLayoutMkLst>
            <pc:docMk/>
            <pc:sldMasterMk cId="4199108020" sldId="2147483660"/>
            <pc:sldLayoutMk cId="474719369" sldId="21474837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4C452-F32B-4F9D-8D2A-039ECC3A9058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B65BF-BE07-4F34-98B4-4ACE5D5E3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976FBA-51A1-B173-4C36-323DE3ED583C}"/>
              </a:ext>
            </a:extLst>
          </p:cNvPr>
          <p:cNvSpPr>
            <a:spLocks/>
          </p:cNvSpPr>
          <p:nvPr userDrawn="1"/>
        </p:nvSpPr>
        <p:spPr>
          <a:xfrm>
            <a:off x="-7937" y="-24609"/>
            <a:ext cx="7461351" cy="6881019"/>
          </a:xfrm>
          <a:custGeom>
            <a:avLst/>
            <a:gdLst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355946 w 11503021"/>
              <a:gd name="connsiteY5" fmla="*/ 5323147 h 5328149"/>
              <a:gd name="connsiteX6" fmla="*/ 0 w 11503021"/>
              <a:gd name="connsiteY6" fmla="*/ 5328149 h 5328149"/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5751511 w 11503021"/>
              <a:gd name="connsiteY5" fmla="*/ 5307019 h 5328149"/>
              <a:gd name="connsiteX6" fmla="*/ 355946 w 11503021"/>
              <a:gd name="connsiteY6" fmla="*/ 5323147 h 5328149"/>
              <a:gd name="connsiteX7" fmla="*/ 0 w 11503021"/>
              <a:gd name="connsiteY7" fmla="*/ 5328149 h 5328149"/>
              <a:gd name="connsiteX8" fmla="*/ 0 w 11503021"/>
              <a:gd name="connsiteY8" fmla="*/ 0 h 5328149"/>
              <a:gd name="connsiteX0" fmla="*/ 0 w 11503021"/>
              <a:gd name="connsiteY0" fmla="*/ 9904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9" fmla="*/ 0 w 11503021"/>
              <a:gd name="connsiteY9" fmla="*/ 9904 h 5338053"/>
              <a:gd name="connsiteX0" fmla="*/ 0 w 11503021"/>
              <a:gd name="connsiteY0" fmla="*/ 5338053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0" fmla="*/ 0 w 11147075"/>
              <a:gd name="connsiteY0" fmla="*/ 5333051 h 5333051"/>
              <a:gd name="connsiteX1" fmla="*/ 5405357 w 11147075"/>
              <a:gd name="connsiteY1" fmla="*/ 0 h 5333051"/>
              <a:gd name="connsiteX2" fmla="*/ 11147075 w 11147075"/>
              <a:gd name="connsiteY2" fmla="*/ 9904 h 5333051"/>
              <a:gd name="connsiteX3" fmla="*/ 11104167 w 11147075"/>
              <a:gd name="connsiteY3" fmla="*/ 181648 h 5333051"/>
              <a:gd name="connsiteX4" fmla="*/ 9870768 w 11147075"/>
              <a:gd name="connsiteY4" fmla="*/ 5039129 h 5333051"/>
              <a:gd name="connsiteX5" fmla="*/ 9664646 w 11147075"/>
              <a:gd name="connsiteY5" fmla="*/ 5304223 h 5333051"/>
              <a:gd name="connsiteX6" fmla="*/ 5395565 w 11147075"/>
              <a:gd name="connsiteY6" fmla="*/ 5316923 h 5333051"/>
              <a:gd name="connsiteX7" fmla="*/ 0 w 11147075"/>
              <a:gd name="connsiteY7" fmla="*/ 5333051 h 5333051"/>
              <a:gd name="connsiteX0" fmla="*/ 0 w 5751510"/>
              <a:gd name="connsiteY0" fmla="*/ 5316923 h 5316923"/>
              <a:gd name="connsiteX1" fmla="*/ 9792 w 5751510"/>
              <a:gd name="connsiteY1" fmla="*/ 0 h 5316923"/>
              <a:gd name="connsiteX2" fmla="*/ 5751510 w 5751510"/>
              <a:gd name="connsiteY2" fmla="*/ 9904 h 5316923"/>
              <a:gd name="connsiteX3" fmla="*/ 5708602 w 5751510"/>
              <a:gd name="connsiteY3" fmla="*/ 181648 h 5316923"/>
              <a:gd name="connsiteX4" fmla="*/ 4475203 w 5751510"/>
              <a:gd name="connsiteY4" fmla="*/ 5039129 h 5316923"/>
              <a:gd name="connsiteX5" fmla="*/ 4269081 w 5751510"/>
              <a:gd name="connsiteY5" fmla="*/ 5304223 h 5316923"/>
              <a:gd name="connsiteX6" fmla="*/ 0 w 5751510"/>
              <a:gd name="connsiteY6" fmla="*/ 5316923 h 5316923"/>
              <a:gd name="connsiteX0" fmla="*/ 1224 w 5752734"/>
              <a:gd name="connsiteY0" fmla="*/ 5315087 h 5315087"/>
              <a:gd name="connsiteX1" fmla="*/ 0 w 5752734"/>
              <a:gd name="connsiteY1" fmla="*/ 0 h 5315087"/>
              <a:gd name="connsiteX2" fmla="*/ 5752734 w 5752734"/>
              <a:gd name="connsiteY2" fmla="*/ 8068 h 5315087"/>
              <a:gd name="connsiteX3" fmla="*/ 5709826 w 5752734"/>
              <a:gd name="connsiteY3" fmla="*/ 179812 h 5315087"/>
              <a:gd name="connsiteX4" fmla="*/ 4476427 w 5752734"/>
              <a:gd name="connsiteY4" fmla="*/ 5037293 h 5315087"/>
              <a:gd name="connsiteX5" fmla="*/ 4270305 w 5752734"/>
              <a:gd name="connsiteY5" fmla="*/ 5302387 h 5315087"/>
              <a:gd name="connsiteX6" fmla="*/ 1224 w 5752734"/>
              <a:gd name="connsiteY6" fmla="*/ 5315087 h 5315087"/>
              <a:gd name="connsiteX0" fmla="*/ 6120 w 5752734"/>
              <a:gd name="connsiteY0" fmla="*/ 5305295 h 5305295"/>
              <a:gd name="connsiteX1" fmla="*/ 0 w 5752734"/>
              <a:gd name="connsiteY1" fmla="*/ 0 h 5305295"/>
              <a:gd name="connsiteX2" fmla="*/ 5752734 w 5752734"/>
              <a:gd name="connsiteY2" fmla="*/ 8068 h 5305295"/>
              <a:gd name="connsiteX3" fmla="*/ 5709826 w 5752734"/>
              <a:gd name="connsiteY3" fmla="*/ 179812 h 5305295"/>
              <a:gd name="connsiteX4" fmla="*/ 4476427 w 5752734"/>
              <a:gd name="connsiteY4" fmla="*/ 5037293 h 5305295"/>
              <a:gd name="connsiteX5" fmla="*/ 4270305 w 5752734"/>
              <a:gd name="connsiteY5" fmla="*/ 5302387 h 5305295"/>
              <a:gd name="connsiteX6" fmla="*/ 6120 w 5752734"/>
              <a:gd name="connsiteY6" fmla="*/ 5305295 h 530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2734" h="5305295">
                <a:moveTo>
                  <a:pt x="6120" y="5305295"/>
                </a:moveTo>
                <a:lnTo>
                  <a:pt x="0" y="0"/>
                </a:lnTo>
                <a:lnTo>
                  <a:pt x="5752734" y="8068"/>
                </a:lnTo>
                <a:lnTo>
                  <a:pt x="5709826" y="179812"/>
                </a:lnTo>
                <a:cubicBezTo>
                  <a:pt x="5315404" y="1756422"/>
                  <a:pt x="4660302" y="4325075"/>
                  <a:pt x="4476427" y="5037293"/>
                </a:cubicBezTo>
                <a:cubicBezTo>
                  <a:pt x="4434163" y="5198793"/>
                  <a:pt x="4385431" y="5300775"/>
                  <a:pt x="4270305" y="5302387"/>
                </a:cubicBezTo>
                <a:lnTo>
                  <a:pt x="6120" y="5305295"/>
                </a:ln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S">
              <a:solidFill>
                <a:srgbClr val="E1C56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3CAE-9FD5-2DFB-D3D9-B2E61FF6F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449466"/>
            <a:ext cx="3900332" cy="4007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6EE748-E418-468F-9C7E-4E9148E945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1" y="1437506"/>
            <a:ext cx="5600700" cy="1859609"/>
          </a:xfrm>
        </p:spPr>
        <p:txBody>
          <a:bodyPr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9F492-4B76-4A31-8DA2-FE60C11FFA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297115"/>
            <a:ext cx="5263662" cy="1116623"/>
          </a:xfrm>
        </p:spPr>
        <p:txBody>
          <a:bodyPr/>
          <a:lstStyle>
            <a:lvl1pPr marL="0" indent="0" algn="l">
              <a:buNone/>
              <a:defRPr sz="32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6F7176E-06A6-D65E-2008-546B5FB7AC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5296120"/>
            <a:ext cx="2936875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Arial 24pt </a:t>
            </a:r>
            <a:endParaRPr lang="LID4096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7F6B689-C685-5EDC-021F-D3C2231EF1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5793177"/>
            <a:ext cx="2393080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Arial 24pt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72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76" y="3753134"/>
            <a:ext cx="9376675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7076" y="4452987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B1118800-9BD9-8836-3312-3225FFD747E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32C47-5C2F-E6E9-073A-5D76261C1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5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+ Image">
    <p:bg>
      <p:bgPr>
        <a:solidFill>
          <a:schemeClr val="bg1">
            <a:lumMod val="95000"/>
            <a:alpha val="4524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A8A80B-393E-118B-B6FC-3D3E59F07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82411"/>
          </a:xfrm>
          <a:solidFill>
            <a:schemeClr val="bg2">
              <a:lumMod val="90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76" y="4615559"/>
            <a:ext cx="11045324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7076" y="5315413"/>
            <a:ext cx="11045324" cy="6728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32C47-5C2F-E6E9-073A-5D76261C1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4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8">
            <a:extLst>
              <a:ext uri="{FF2B5EF4-FFF2-40B4-BE49-F238E27FC236}">
                <a16:creationId xmlns:a16="http://schemas.microsoft.com/office/drawing/2014/main" id="{C4DC8BC1-06FB-6B92-31F2-5E6D9EDA9D90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tx2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CB8065-7D1C-BFD7-F43F-D5371620C0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89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bg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D8395-1668-77F0-47A3-61695DAD1A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8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DDDFC-84F9-10F6-64EB-B3938179E5C4}"/>
              </a:ext>
            </a:extLst>
          </p:cNvPr>
          <p:cNvSpPr/>
          <p:nvPr userDrawn="1"/>
        </p:nvSpPr>
        <p:spPr>
          <a:xfrm>
            <a:off x="534988" y="1720462"/>
            <a:ext cx="1413819" cy="10484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#3F434F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1FCCC-25A0-985E-9192-4F9806B04497}"/>
              </a:ext>
            </a:extLst>
          </p:cNvPr>
          <p:cNvSpPr/>
          <p:nvPr userDrawn="1"/>
        </p:nvSpPr>
        <p:spPr>
          <a:xfrm>
            <a:off x="2144924" y="1720462"/>
            <a:ext cx="1413819" cy="1048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#4D8194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99A24-2035-8918-20DA-6218A4CCB5DE}"/>
              </a:ext>
            </a:extLst>
          </p:cNvPr>
          <p:cNvSpPr/>
          <p:nvPr userDrawn="1"/>
        </p:nvSpPr>
        <p:spPr>
          <a:xfrm>
            <a:off x="3754860" y="1720462"/>
            <a:ext cx="1413819" cy="1048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#DCC479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7BD3B-097C-23F3-FA25-F5B8DD8E73B6}"/>
              </a:ext>
            </a:extLst>
          </p:cNvPr>
          <p:cNvSpPr/>
          <p:nvPr userDrawn="1"/>
        </p:nvSpPr>
        <p:spPr>
          <a:xfrm>
            <a:off x="5364795" y="1720462"/>
            <a:ext cx="1413819" cy="1048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#D22428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C0EE6-BDFB-37FC-C414-6F8FE4CD6D24}"/>
              </a:ext>
            </a:extLst>
          </p:cNvPr>
          <p:cNvSpPr/>
          <p:nvPr userDrawn="1"/>
        </p:nvSpPr>
        <p:spPr>
          <a:xfrm>
            <a:off x="6974730" y="1720462"/>
            <a:ext cx="1413819" cy="10484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#13234E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66A85-97A7-DF40-562C-662EACEBD5E5}"/>
              </a:ext>
            </a:extLst>
          </p:cNvPr>
          <p:cNvSpPr/>
          <p:nvPr userDrawn="1"/>
        </p:nvSpPr>
        <p:spPr>
          <a:xfrm>
            <a:off x="8584665" y="1720462"/>
            <a:ext cx="1413819" cy="10484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#558156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F2BEB-AE68-895D-4456-1E36040EFD72}"/>
              </a:ext>
            </a:extLst>
          </p:cNvPr>
          <p:cNvSpPr/>
          <p:nvPr userDrawn="1"/>
        </p:nvSpPr>
        <p:spPr>
          <a:xfrm>
            <a:off x="10194601" y="1720462"/>
            <a:ext cx="1413819" cy="1048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#574941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CC1AD-841A-229F-A65B-5D0E4E11898B}"/>
              </a:ext>
            </a:extLst>
          </p:cNvPr>
          <p:cNvSpPr/>
          <p:nvPr userDrawn="1"/>
        </p:nvSpPr>
        <p:spPr>
          <a:xfrm>
            <a:off x="534988" y="2768656"/>
            <a:ext cx="1413819" cy="10484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#696972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EB5B6-B988-4182-CA3E-664F0D407B97}"/>
              </a:ext>
            </a:extLst>
          </p:cNvPr>
          <p:cNvSpPr/>
          <p:nvPr userDrawn="1"/>
        </p:nvSpPr>
        <p:spPr>
          <a:xfrm>
            <a:off x="2144923" y="2768655"/>
            <a:ext cx="1413819" cy="1048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#8EB6C4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F6707-EBE0-78A8-913D-251DD774FC69}"/>
              </a:ext>
            </a:extLst>
          </p:cNvPr>
          <p:cNvSpPr/>
          <p:nvPr userDrawn="1"/>
        </p:nvSpPr>
        <p:spPr>
          <a:xfrm>
            <a:off x="3754858" y="2768655"/>
            <a:ext cx="1413819" cy="10484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#EADBAF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A37D-B9D8-DD25-A283-B0664023C5C1}"/>
              </a:ext>
            </a:extLst>
          </p:cNvPr>
          <p:cNvSpPr/>
          <p:nvPr userDrawn="1"/>
        </p:nvSpPr>
        <p:spPr>
          <a:xfrm>
            <a:off x="5364792" y="2768655"/>
            <a:ext cx="1413819" cy="10484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#E87885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1339F-E3BB-A494-6F6B-933790DB1AEF}"/>
              </a:ext>
            </a:extLst>
          </p:cNvPr>
          <p:cNvSpPr/>
          <p:nvPr userDrawn="1"/>
        </p:nvSpPr>
        <p:spPr>
          <a:xfrm>
            <a:off x="6974730" y="2768655"/>
            <a:ext cx="1413819" cy="1048430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#597BD7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638B0-3FE5-3E1A-443D-A9B6EC1D17E6}"/>
              </a:ext>
            </a:extLst>
          </p:cNvPr>
          <p:cNvSpPr/>
          <p:nvPr userDrawn="1"/>
        </p:nvSpPr>
        <p:spPr>
          <a:xfrm>
            <a:off x="8584665" y="2768655"/>
            <a:ext cx="1413819" cy="1048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#94B895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5C2133-AF7E-AF76-8368-07BFE31C87FC}"/>
              </a:ext>
            </a:extLst>
          </p:cNvPr>
          <p:cNvSpPr/>
          <p:nvPr userDrawn="1"/>
        </p:nvSpPr>
        <p:spPr>
          <a:xfrm>
            <a:off x="10194601" y="2768655"/>
            <a:ext cx="1413819" cy="10484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#A38F84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C10FF5-90FB-38F9-6828-9FAB52E67720}"/>
              </a:ext>
            </a:extLst>
          </p:cNvPr>
          <p:cNvSpPr/>
          <p:nvPr userDrawn="1"/>
        </p:nvSpPr>
        <p:spPr>
          <a:xfrm>
            <a:off x="534988" y="3816850"/>
            <a:ext cx="1413819" cy="104843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#A0A0A8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2E8EE-70D4-A88B-A298-4F225B1F1C7A}"/>
              </a:ext>
            </a:extLst>
          </p:cNvPr>
          <p:cNvSpPr/>
          <p:nvPr userDrawn="1"/>
        </p:nvSpPr>
        <p:spPr>
          <a:xfrm>
            <a:off x="2144923" y="3816850"/>
            <a:ext cx="1413819" cy="1048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#B4CED8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03EC23-836A-845D-EC03-A54BFF16E650}"/>
              </a:ext>
            </a:extLst>
          </p:cNvPr>
          <p:cNvSpPr/>
          <p:nvPr userDrawn="1"/>
        </p:nvSpPr>
        <p:spPr>
          <a:xfrm>
            <a:off x="3754858" y="3816850"/>
            <a:ext cx="1413819" cy="10484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#F1E7C9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87553-2811-D112-BFDE-19461DF2457F}"/>
              </a:ext>
            </a:extLst>
          </p:cNvPr>
          <p:cNvSpPr/>
          <p:nvPr userDrawn="1"/>
        </p:nvSpPr>
        <p:spPr>
          <a:xfrm>
            <a:off x="5364792" y="3816850"/>
            <a:ext cx="1413819" cy="10484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#F0A5AD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FCB663-7B1C-30E2-1B78-B282FEA2C04C}"/>
              </a:ext>
            </a:extLst>
          </p:cNvPr>
          <p:cNvSpPr/>
          <p:nvPr userDrawn="1"/>
        </p:nvSpPr>
        <p:spPr>
          <a:xfrm>
            <a:off x="6974730" y="3816850"/>
            <a:ext cx="1413819" cy="104843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#ACBDEB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5D21C-2818-0C22-052C-2253662BD3F6}"/>
              </a:ext>
            </a:extLst>
          </p:cNvPr>
          <p:cNvSpPr/>
          <p:nvPr userDrawn="1"/>
        </p:nvSpPr>
        <p:spPr>
          <a:xfrm>
            <a:off x="8584665" y="3816850"/>
            <a:ext cx="1413819" cy="10484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#B8D0B8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9E888-5EE3-75DB-B3BC-B5115B4CB8A1}"/>
              </a:ext>
            </a:extLst>
          </p:cNvPr>
          <p:cNvSpPr/>
          <p:nvPr userDrawn="1"/>
        </p:nvSpPr>
        <p:spPr>
          <a:xfrm>
            <a:off x="10194601" y="3816850"/>
            <a:ext cx="1413819" cy="1048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#C2B5AD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DEE84-8CFF-30D8-8E5C-293F3D4BCE1C}"/>
              </a:ext>
            </a:extLst>
          </p:cNvPr>
          <p:cNvSpPr/>
          <p:nvPr userDrawn="1"/>
        </p:nvSpPr>
        <p:spPr>
          <a:xfrm>
            <a:off x="534988" y="4865045"/>
            <a:ext cx="1413819" cy="10484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#C2C2C7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E58F02-CFC4-C60B-35FE-1454B118B314}"/>
              </a:ext>
            </a:extLst>
          </p:cNvPr>
          <p:cNvSpPr/>
          <p:nvPr userDrawn="1"/>
        </p:nvSpPr>
        <p:spPr>
          <a:xfrm>
            <a:off x="2144923" y="4865045"/>
            <a:ext cx="1413819" cy="1048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#D9E7EB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89EFC2-AA95-FCDD-0E0F-42B2007DA1B2}"/>
              </a:ext>
            </a:extLst>
          </p:cNvPr>
          <p:cNvSpPr/>
          <p:nvPr userDrawn="1"/>
        </p:nvSpPr>
        <p:spPr>
          <a:xfrm>
            <a:off x="3754858" y="4865045"/>
            <a:ext cx="1413819" cy="1048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#F8F3E4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5FD05-44E8-C47F-31F0-6912AC6FA0D4}"/>
              </a:ext>
            </a:extLst>
          </p:cNvPr>
          <p:cNvSpPr/>
          <p:nvPr userDrawn="1"/>
        </p:nvSpPr>
        <p:spPr>
          <a:xfrm>
            <a:off x="5364792" y="4865045"/>
            <a:ext cx="1413819" cy="10484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#F7D2D6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B4EA11-037D-FF5E-51AD-3ED9BDACAB1E}"/>
              </a:ext>
            </a:extLst>
          </p:cNvPr>
          <p:cNvSpPr/>
          <p:nvPr userDrawn="1"/>
        </p:nvSpPr>
        <p:spPr>
          <a:xfrm>
            <a:off x="6974730" y="4865045"/>
            <a:ext cx="1413819" cy="1048430"/>
          </a:xfrm>
          <a:prstGeom prst="rect">
            <a:avLst/>
          </a:prstGeom>
          <a:solidFill>
            <a:srgbClr val="DEE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#DEE5F7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14C09B-6A79-4D7E-F8B4-7D7692E43008}"/>
              </a:ext>
            </a:extLst>
          </p:cNvPr>
          <p:cNvSpPr/>
          <p:nvPr userDrawn="1"/>
        </p:nvSpPr>
        <p:spPr>
          <a:xfrm>
            <a:off x="8584665" y="4865045"/>
            <a:ext cx="1413819" cy="1048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#DBE7DC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2CE718-BE03-C065-77FF-DFA1CD5331D9}"/>
              </a:ext>
            </a:extLst>
          </p:cNvPr>
          <p:cNvSpPr/>
          <p:nvPr userDrawn="1"/>
        </p:nvSpPr>
        <p:spPr>
          <a:xfrm>
            <a:off x="10194601" y="4865045"/>
            <a:ext cx="1413819" cy="1048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#E0DAD6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3312250-0471-9A51-6B0B-ED9099D70062}"/>
              </a:ext>
            </a:extLst>
          </p:cNvPr>
          <p:cNvSpPr txBox="1">
            <a:spLocks/>
          </p:cNvSpPr>
          <p:nvPr userDrawn="1"/>
        </p:nvSpPr>
        <p:spPr>
          <a:xfrm>
            <a:off x="3754858" y="1159679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accent1"/>
                </a:solidFill>
              </a:rPr>
              <a:t>Accent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B0F3955-55FA-10BC-FD77-709890A58DC8}"/>
              </a:ext>
            </a:extLst>
          </p:cNvPr>
          <p:cNvSpPr txBox="1">
            <a:spLocks/>
          </p:cNvSpPr>
          <p:nvPr userDrawn="1"/>
        </p:nvSpPr>
        <p:spPr>
          <a:xfrm>
            <a:off x="6974726" y="1159678"/>
            <a:ext cx="4633693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accent1"/>
                </a:solidFill>
              </a:rPr>
              <a:t>Tertiary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CF0240-CE43-20F7-4AE2-FA4A3E0ADB95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815348A6-B43A-07AC-4C37-306E1A8DB1E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483E6-6EF7-7002-4971-9A6D63650EC8}"/>
              </a:ext>
            </a:extLst>
          </p:cNvPr>
          <p:cNvSpPr txBox="1"/>
          <p:nvPr userDrawn="1"/>
        </p:nvSpPr>
        <p:spPr>
          <a:xfrm>
            <a:off x="541868" y="384259"/>
            <a:ext cx="11100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Color Palette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568E34C-2CC0-8D89-49EC-829BBEAF232D}"/>
              </a:ext>
            </a:extLst>
          </p:cNvPr>
          <p:cNvSpPr txBox="1">
            <a:spLocks/>
          </p:cNvSpPr>
          <p:nvPr userDrawn="1"/>
        </p:nvSpPr>
        <p:spPr>
          <a:xfrm>
            <a:off x="534988" y="1159677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accent1"/>
                </a:solidFill>
              </a:rPr>
              <a:t>Primary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1B886-5F7D-1E8F-F335-C9FD79820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36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D875A8-62B1-EFC1-A792-694F4EA36361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650D-5204-7A15-D4D9-9A6AFF6DE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C3967-59DA-9237-A06F-E5C9755CEA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4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Dark Mode - J Sw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B534B-5049-076F-B215-DA032EF3E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6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85B61-26F5-ABA7-85BF-B559C4FAA917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7AB09B-D766-5EE2-4333-DF1BAB451CCE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42DFC2-DAF9-FD5F-280C-1DB830FAF0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A35991-9963-0404-370F-5ED05546A9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6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ontent - Black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47408A-CDE8-A163-93A0-B5B0CC7787BF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1E855-E3F3-285C-4F04-5C041426B5D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95D3D3-B848-C391-8156-FDAB1BD6D93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410-196B-5ABC-B27C-94DE3439A4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476FA-5727-FD28-E17D-6E7F4000D0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9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J Swoop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57A3B8-CCA7-77AC-5C81-258EC57FEFE2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65148E-12C2-73F5-7AFF-40A29C5234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C40EA-DD8E-C38B-2BE8-DFC9B6766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0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9AFB8-FA1F-C50E-72F2-310D5004AE8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C2343F-0741-1ADF-38A0-8E81405764C5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0B51D-1E98-244A-3C10-44CE8C7C1C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391D4-98A5-827C-E5CC-16411B5E3A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34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JAGGA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31C71-12CB-53F5-FF08-8D1C13C0E1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71168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BBF0A-B11D-2A64-D07D-8FBD50DBE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0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72A7F2-F284-9A3D-84F3-CA1DA693F21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93DE0-7155-5DC8-C4D5-42036A6897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98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t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D073D2-4763-DA29-BCB7-CC69E4B2E3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57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2-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6FD546-9DFE-6C21-8344-B571428DCD8B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en-US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5DDB8-CB4B-BC49-C29D-5DB744C93D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071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26ABFB-8063-C809-2F26-CA116ADD9C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7960B-B3D3-3386-54D4-35741E1848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127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185D7C-D638-69EA-9691-1B3C25C4B434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31E9B-8598-7422-E9C5-B019443F53CC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  <a:lvl2pPr>
              <a:defRPr lang="en-US" sz="1200" dirty="0">
                <a:solidFill>
                  <a:schemeClr val="bg1"/>
                </a:solidFill>
              </a:defRPr>
            </a:lvl2pPr>
            <a:lvl3pPr>
              <a:defRPr lang="en-US" sz="1000" dirty="0">
                <a:solidFill>
                  <a:schemeClr val="bg1"/>
                </a:solidFill>
              </a:defRPr>
            </a:lvl3pPr>
            <a:lvl4pPr>
              <a:defRPr lang="en-US" sz="1000" dirty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31036-0015-D85A-C53A-B5D9E0844E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49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C299EE-70CF-2FFC-AF53-FECFCC0FED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2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1ACDFE-DA83-AB34-3557-C77C82D8A236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2477DD-1817-85EF-4AC7-91E3EE3AE4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2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0409C-1B56-7D7B-963F-9FF87A035C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59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4987B1-86D1-1819-BE97-1F1B97A5DD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57A5A-20B6-592C-32C8-57155C0DA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5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601BB7B-7566-6CA8-E534-92F47E8DAC82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764" y="434898"/>
            <a:ext cx="11007656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0764" y="969203"/>
            <a:ext cx="11007385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0765" y="1758950"/>
            <a:ext cx="4542736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90EAC1-4425-C33E-D3A7-208C8EC4580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615225" y="1758950"/>
            <a:ext cx="6221795" cy="349976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effectLst>
            <a:outerShdw blurRad="139700" sx="102000" sy="102000" algn="ctr" rotWithShape="0">
              <a:prstClr val="black">
                <a:alpha val="11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Screenshot (16:9 aspect ratio)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A4231C6-9931-0173-190B-78A3E43B5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3000"/>
          </a:blip>
          <a:stretch>
            <a:fillRect/>
          </a:stretch>
        </p:blipFill>
        <p:spPr>
          <a:xfrm>
            <a:off x="87446" y="432474"/>
            <a:ext cx="425873" cy="57270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D7E406C-3206-4838-EB1B-E8DA050F26FA}"/>
              </a:ext>
            </a:extLst>
          </p:cNvPr>
          <p:cNvSpPr txBox="1"/>
          <p:nvPr userDrawn="1"/>
        </p:nvSpPr>
        <p:spPr>
          <a:xfrm>
            <a:off x="11639105" y="5534146"/>
            <a:ext cx="62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Semi Bold"/>
                <a:ea typeface="Inter Semi Bold" panose="02000703000000020004" pitchFamily="50" charset="0"/>
                <a:cs typeface="Inter Semi Bold" panose="02000703000000020004" pitchFamily="50" charset="0"/>
              </a:rPr>
              <a:t>24.1</a:t>
            </a:r>
            <a:endParaRPr lang="en-RS" sz="140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C1E30E-3ED6-F588-5A27-055B5792AE45}"/>
              </a:ext>
            </a:extLst>
          </p:cNvPr>
          <p:cNvCxnSpPr/>
          <p:nvPr userDrawn="1"/>
        </p:nvCxnSpPr>
        <p:spPr>
          <a:xfrm>
            <a:off x="554355" y="297180"/>
            <a:ext cx="0" cy="58902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7B1638-5340-D919-25FE-093F23A794D2}"/>
              </a:ext>
            </a:extLst>
          </p:cNvPr>
          <p:cNvSpPr txBox="1"/>
          <p:nvPr userDrawn="1"/>
        </p:nvSpPr>
        <p:spPr>
          <a:xfrm>
            <a:off x="2542850" y="6423101"/>
            <a:ext cx="326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0">
                <a:solidFill>
                  <a:schemeClr val="bg2"/>
                </a:solidFill>
              </a:rPr>
              <a:t>© Copyright 2024 JAGGAER        </a:t>
            </a:r>
            <a:r>
              <a:rPr lang="en-US" sz="1000" b="1">
                <a:solidFill>
                  <a:schemeClr val="bg2"/>
                </a:solidFill>
              </a:rPr>
              <a:t>Confidential</a:t>
            </a:r>
            <a:endParaRPr lang="en-US" sz="1000" b="0">
              <a:solidFill>
                <a:schemeClr val="bg2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8A2B62-F8DE-FCAA-6EE8-F950D8975A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9864" y="0"/>
            <a:ext cx="2377156" cy="455890"/>
          </a:xfrm>
          <a:prstGeom prst="round2SameRect">
            <a:avLst>
              <a:gd name="adj1" fmla="val 0"/>
              <a:gd name="adj2" fmla="val 19412"/>
            </a:avLst>
          </a:prstGeom>
          <a:solidFill>
            <a:schemeClr val="tx1"/>
          </a:solidFill>
        </p:spPr>
        <p:txBody>
          <a:bodyPr wrap="none" lIns="274320" rIns="914400" anchor="ctr" anchorCtr="0">
            <a:spAutoFit/>
          </a:bodyPr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Solution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F288F-E1B0-756A-9067-5FE938E15E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24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ve Behind 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4598A5-A4D5-FA8F-972D-201BC066696B}"/>
              </a:ext>
            </a:extLst>
          </p:cNvPr>
          <p:cNvSpPr/>
          <p:nvPr userDrawn="1"/>
        </p:nvSpPr>
        <p:spPr>
          <a:xfrm>
            <a:off x="5947302" y="3096610"/>
            <a:ext cx="5932994" cy="1828800"/>
          </a:xfrm>
          <a:prstGeom prst="roundRect">
            <a:avLst>
              <a:gd name="adj" fmla="val 472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99849D-64B7-53A7-3843-C2886784D1A4}"/>
              </a:ext>
            </a:extLst>
          </p:cNvPr>
          <p:cNvSpPr/>
          <p:nvPr userDrawn="1"/>
        </p:nvSpPr>
        <p:spPr>
          <a:xfrm>
            <a:off x="5947302" y="1323113"/>
            <a:ext cx="2920129" cy="1704333"/>
          </a:xfrm>
          <a:prstGeom prst="roundRect">
            <a:avLst>
              <a:gd name="adj" fmla="val 472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5F13E6-D7A3-ADB9-ABAC-0B8A2A712A6C}"/>
              </a:ext>
            </a:extLst>
          </p:cNvPr>
          <p:cNvSpPr/>
          <p:nvPr userDrawn="1"/>
        </p:nvSpPr>
        <p:spPr>
          <a:xfrm>
            <a:off x="535257" y="1305226"/>
            <a:ext cx="5230837" cy="1731271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52423E-0E09-C159-C158-07C3AE5C522F}"/>
              </a:ext>
            </a:extLst>
          </p:cNvPr>
          <p:cNvSpPr/>
          <p:nvPr userDrawn="1"/>
        </p:nvSpPr>
        <p:spPr>
          <a:xfrm>
            <a:off x="8960167" y="1323113"/>
            <a:ext cx="2920129" cy="1704332"/>
          </a:xfrm>
          <a:prstGeom prst="roundRect">
            <a:avLst>
              <a:gd name="adj" fmla="val 472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FDFD48-5E96-6BC9-9494-025465ED2C26}"/>
              </a:ext>
            </a:extLst>
          </p:cNvPr>
          <p:cNvSpPr/>
          <p:nvPr userDrawn="1"/>
        </p:nvSpPr>
        <p:spPr>
          <a:xfrm>
            <a:off x="535257" y="3156062"/>
            <a:ext cx="5230837" cy="3014207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27432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191B99A2-AC39-D76A-203E-E57F9D8DA5B8}"/>
              </a:ext>
            </a:extLst>
          </p:cNvPr>
          <p:cNvSpPr/>
          <p:nvPr userDrawn="1"/>
        </p:nvSpPr>
        <p:spPr>
          <a:xfrm>
            <a:off x="535258" y="3156063"/>
            <a:ext cx="5230838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8B847E-F90E-A74E-186E-8B9BD0BCB90E}"/>
              </a:ext>
            </a:extLst>
          </p:cNvPr>
          <p:cNvSpPr/>
          <p:nvPr userDrawn="1"/>
        </p:nvSpPr>
        <p:spPr>
          <a:xfrm>
            <a:off x="5947302" y="4994569"/>
            <a:ext cx="1919846" cy="1175701"/>
          </a:xfrm>
          <a:prstGeom prst="roundRect">
            <a:avLst>
              <a:gd name="adj" fmla="val 47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895F4B-F551-9176-764A-3C5B27F4128C}"/>
              </a:ext>
            </a:extLst>
          </p:cNvPr>
          <p:cNvSpPr/>
          <p:nvPr userDrawn="1"/>
        </p:nvSpPr>
        <p:spPr>
          <a:xfrm>
            <a:off x="9960450" y="4994569"/>
            <a:ext cx="1919846" cy="1175701"/>
          </a:xfrm>
          <a:prstGeom prst="roundRect">
            <a:avLst>
              <a:gd name="adj" fmla="val 47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E2E103-EFA8-B655-AF4C-B88EAC1C5C0A}"/>
              </a:ext>
            </a:extLst>
          </p:cNvPr>
          <p:cNvSpPr/>
          <p:nvPr userDrawn="1"/>
        </p:nvSpPr>
        <p:spPr>
          <a:xfrm>
            <a:off x="7960224" y="4994569"/>
            <a:ext cx="1919846" cy="1175701"/>
          </a:xfrm>
          <a:prstGeom prst="roundRect">
            <a:avLst>
              <a:gd name="adj" fmla="val 472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71E5F3-6E62-4F6C-AE19-740D27FE77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0594" y="5458055"/>
            <a:ext cx="621102" cy="5520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42A89CE-8CF0-394D-1991-8FCA7A60DE4D}"/>
              </a:ext>
            </a:extLst>
          </p:cNvPr>
          <p:cNvSpPr txBox="1"/>
          <p:nvPr userDrawn="1"/>
        </p:nvSpPr>
        <p:spPr>
          <a:xfrm>
            <a:off x="641022" y="3208311"/>
            <a:ext cx="512532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8" name="Round Same Side Corner Rectangle 27">
            <a:extLst>
              <a:ext uri="{FF2B5EF4-FFF2-40B4-BE49-F238E27FC236}">
                <a16:creationId xmlns:a16="http://schemas.microsoft.com/office/drawing/2014/main" id="{FD8C4607-FEF5-0430-849E-C08FE866AD49}"/>
              </a:ext>
            </a:extLst>
          </p:cNvPr>
          <p:cNvSpPr/>
          <p:nvPr userDrawn="1"/>
        </p:nvSpPr>
        <p:spPr>
          <a:xfrm>
            <a:off x="535260" y="1305226"/>
            <a:ext cx="5230835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F0FA9-D2DA-3F42-37A9-0BAC8B2FCB7D}"/>
              </a:ext>
            </a:extLst>
          </p:cNvPr>
          <p:cNvSpPr txBox="1"/>
          <p:nvPr userDrawn="1"/>
        </p:nvSpPr>
        <p:spPr>
          <a:xfrm>
            <a:off x="546769" y="1384931"/>
            <a:ext cx="5205233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EDF2F440-4C5B-6A02-A27F-2711B3581113}"/>
              </a:ext>
            </a:extLst>
          </p:cNvPr>
          <p:cNvSpPr/>
          <p:nvPr userDrawn="1"/>
        </p:nvSpPr>
        <p:spPr>
          <a:xfrm>
            <a:off x="5947586" y="1321413"/>
            <a:ext cx="2919845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053282-7878-6DE6-D3CC-1DD8DB3C4DC5}"/>
              </a:ext>
            </a:extLst>
          </p:cNvPr>
          <p:cNvSpPr txBox="1"/>
          <p:nvPr userDrawn="1"/>
        </p:nvSpPr>
        <p:spPr>
          <a:xfrm>
            <a:off x="5949244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11FF1031-F401-86E2-5EFB-237A38ED0B03}"/>
              </a:ext>
            </a:extLst>
          </p:cNvPr>
          <p:cNvSpPr/>
          <p:nvPr userDrawn="1"/>
        </p:nvSpPr>
        <p:spPr>
          <a:xfrm>
            <a:off x="8960451" y="1328860"/>
            <a:ext cx="2919845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18849-D039-A93E-FF01-C1BBA0B37F7C}"/>
              </a:ext>
            </a:extLst>
          </p:cNvPr>
          <p:cNvSpPr txBox="1"/>
          <p:nvPr userDrawn="1"/>
        </p:nvSpPr>
        <p:spPr>
          <a:xfrm>
            <a:off x="8962109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5010635D-783E-B0BD-0C05-8625418E5409}"/>
              </a:ext>
            </a:extLst>
          </p:cNvPr>
          <p:cNvSpPr/>
          <p:nvPr userDrawn="1"/>
        </p:nvSpPr>
        <p:spPr>
          <a:xfrm>
            <a:off x="5935993" y="3103330"/>
            <a:ext cx="5943596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B10ABD-C702-EFFB-A9BC-1AE5686F807D}"/>
              </a:ext>
            </a:extLst>
          </p:cNvPr>
          <p:cNvSpPr txBox="1"/>
          <p:nvPr userDrawn="1"/>
        </p:nvSpPr>
        <p:spPr>
          <a:xfrm>
            <a:off x="5938635" y="3168830"/>
            <a:ext cx="5941662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 / Impact Achieved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32843D5-7108-723B-A3EE-63D41962C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854200"/>
            <a:ext cx="4730537" cy="10271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AEE2730D-7C94-8BCF-611F-DA923805F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702830"/>
            <a:ext cx="3977573" cy="15186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A7C4316D-4088-65D1-FBF0-F20F02AD0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3977573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0ECCB68-EDAF-56A8-3081-1F5386F97A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E3A1E24D-EE5B-2630-028C-D26B62257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924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Approach to Solve 1</a:t>
            </a:r>
          </a:p>
          <a:p>
            <a:pPr lvl="0"/>
            <a:r>
              <a:rPr lang="en-US"/>
              <a:t>Approach to Solve 2</a:t>
            </a:r>
          </a:p>
          <a:p>
            <a:pPr lvl="0"/>
            <a:r>
              <a:rPr lang="en-US"/>
              <a:t>Approach to Solve 3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C3C30C1F-BBBB-627C-F44D-DF56D99546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6892"/>
            <a:ext cx="5631537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/ Impact Achieved 1</a:t>
            </a:r>
          </a:p>
          <a:p>
            <a:pPr lvl="0"/>
            <a:r>
              <a:rPr lang="en-US"/>
              <a:t>Metric / Impact Achieved 2</a:t>
            </a:r>
          </a:p>
          <a:p>
            <a:pPr lvl="0"/>
            <a:r>
              <a:rPr lang="en-US"/>
              <a:t>Metric / Impact Achieved 3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E6E75977-0F58-3E78-A846-0173053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C6464819-8F0A-3596-BAFA-FF68929F34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3431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41846A0A-20DE-29CC-BA48-351C52D20F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02984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F85EF648-1B8C-E6A2-2B81-E22A872E24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75363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015A722-8E10-8F7E-3D73-AABDF9DFF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699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1C596808-416B-BCDE-8E64-7585C46922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1754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8364345D-23F4-8B5D-A5A6-1A113987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7331889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A35A3-4FCE-7DF6-3E6F-C1447837E9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359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_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5225-334E-376D-C4B8-5CA02072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5DB309-9B68-032D-E4E1-C0D27676F075}"/>
              </a:ext>
            </a:extLst>
          </p:cNvPr>
          <p:cNvSpPr/>
          <p:nvPr userDrawn="1"/>
        </p:nvSpPr>
        <p:spPr>
          <a:xfrm>
            <a:off x="4934854" y="3033693"/>
            <a:ext cx="6673566" cy="318156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7FD77D-3041-C82B-6839-816B1B6CDD66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F4B0A1-77E1-AEAE-BC41-CD54F775D5C0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AB5170-C5C4-37EC-DEE6-D33EA3422BF6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ACDE36-51CC-CC62-B73E-EFD4B2228822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72505FE-699B-A391-EB3D-BA1FEB09EE9D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F9B5896-F065-0C72-23BC-541A68629E86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2F1466-84DF-DD0D-E395-EC0C97085F0B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024D33-2A7C-5736-CCEB-25F71580DF65}"/>
              </a:ext>
            </a:extLst>
          </p:cNvPr>
          <p:cNvSpPr/>
          <p:nvPr userDrawn="1"/>
        </p:nvSpPr>
        <p:spPr>
          <a:xfrm>
            <a:off x="4934854" y="1306383"/>
            <a:ext cx="6673566" cy="156908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A14039-CBBE-F49B-110E-628CA087D8D5}"/>
              </a:ext>
            </a:extLst>
          </p:cNvPr>
          <p:cNvSpPr/>
          <p:nvPr userDrawn="1"/>
        </p:nvSpPr>
        <p:spPr>
          <a:xfrm>
            <a:off x="622852" y="3033695"/>
            <a:ext cx="4147445" cy="3181569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0ACDC86-B800-B031-B450-D7A94B59E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2099" y="5380383"/>
            <a:ext cx="723058" cy="64271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8DBB5E-5629-3877-C058-C882D961DFEF}"/>
              </a:ext>
            </a:extLst>
          </p:cNvPr>
          <p:cNvSpPr/>
          <p:nvPr userDrawn="1"/>
        </p:nvSpPr>
        <p:spPr>
          <a:xfrm>
            <a:off x="618900" y="1306384"/>
            <a:ext cx="4151397" cy="1569334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432D9C1E-3CC8-26F8-571A-3FA2E9C28B17}"/>
              </a:ext>
            </a:extLst>
          </p:cNvPr>
          <p:cNvSpPr/>
          <p:nvPr userDrawn="1"/>
        </p:nvSpPr>
        <p:spPr>
          <a:xfrm>
            <a:off x="623357" y="1306384"/>
            <a:ext cx="4151397" cy="399763"/>
          </a:xfrm>
          <a:prstGeom prst="round2SameRect">
            <a:avLst>
              <a:gd name="adj1" fmla="val 12152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AFDFD-9051-0E83-E1F2-95E0CF42D128}"/>
              </a:ext>
            </a:extLst>
          </p:cNvPr>
          <p:cNvSpPr txBox="1"/>
          <p:nvPr userDrawn="1"/>
        </p:nvSpPr>
        <p:spPr>
          <a:xfrm>
            <a:off x="627229" y="1377185"/>
            <a:ext cx="414306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1E8E71C9-4BE6-D1A0-5788-57A3F8868FCE}"/>
              </a:ext>
            </a:extLst>
          </p:cNvPr>
          <p:cNvSpPr/>
          <p:nvPr userDrawn="1"/>
        </p:nvSpPr>
        <p:spPr>
          <a:xfrm>
            <a:off x="622851" y="3034224"/>
            <a:ext cx="4151397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99963-67EA-08FB-46EB-D4138EE80C04}"/>
              </a:ext>
            </a:extLst>
          </p:cNvPr>
          <p:cNvSpPr txBox="1"/>
          <p:nvPr userDrawn="1"/>
        </p:nvSpPr>
        <p:spPr>
          <a:xfrm>
            <a:off x="587621" y="3103301"/>
            <a:ext cx="4182676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7F18D96B-8558-F3A6-B8A9-95C8AB7D2A95}"/>
              </a:ext>
            </a:extLst>
          </p:cNvPr>
          <p:cNvSpPr/>
          <p:nvPr userDrawn="1"/>
        </p:nvSpPr>
        <p:spPr>
          <a:xfrm>
            <a:off x="4937324" y="1308510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C147FA-300A-C02A-3F8F-BAE807749B37}"/>
              </a:ext>
            </a:extLst>
          </p:cNvPr>
          <p:cNvSpPr txBox="1"/>
          <p:nvPr userDrawn="1"/>
        </p:nvSpPr>
        <p:spPr>
          <a:xfrm>
            <a:off x="4939312" y="1377185"/>
            <a:ext cx="666910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27" name="Round Same Side Corner Rectangle 26">
            <a:extLst>
              <a:ext uri="{FF2B5EF4-FFF2-40B4-BE49-F238E27FC236}">
                <a16:creationId xmlns:a16="http://schemas.microsoft.com/office/drawing/2014/main" id="{0EB58D37-76B0-CC4F-6961-BEE2C3D652D1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AD22B-FA73-6BEA-78BB-1084F3699AF8}"/>
              </a:ext>
            </a:extLst>
          </p:cNvPr>
          <p:cNvSpPr txBox="1"/>
          <p:nvPr userDrawn="1"/>
        </p:nvSpPr>
        <p:spPr>
          <a:xfrm>
            <a:off x="5247599" y="3364911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5DAC6A7D-6E19-E0D7-8028-F90A706EB0FE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C34F57-37DC-8FB0-009A-F481F46A52BE}"/>
              </a:ext>
            </a:extLst>
          </p:cNvPr>
          <p:cNvSpPr txBox="1"/>
          <p:nvPr userDrawn="1"/>
        </p:nvSpPr>
        <p:spPr>
          <a:xfrm>
            <a:off x="7315200" y="3376436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E2E28293-9502-0BF1-ED48-AA10F31EF0BC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3A186-798B-8D22-E95A-A3A4833D2091}"/>
              </a:ext>
            </a:extLst>
          </p:cNvPr>
          <p:cNvSpPr txBox="1"/>
          <p:nvPr userDrawn="1"/>
        </p:nvSpPr>
        <p:spPr>
          <a:xfrm>
            <a:off x="9383825" y="3375834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28853B31-0EDD-D8F2-255E-8E7AE6922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778799"/>
            <a:ext cx="3882044" cy="99264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41C8E5B8-533D-C1F2-D9B9-3C37D421F1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591964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6F9FF863-B258-D006-A46D-64C9E8C295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2848921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C69D9F7-FE7B-A2E3-BB7E-C83A26C61D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2194" y="1779588"/>
            <a:ext cx="6353519" cy="98846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2" name="Text Placeholder 45">
            <a:extLst>
              <a:ext uri="{FF2B5EF4-FFF2-40B4-BE49-F238E27FC236}">
                <a16:creationId xmlns:a16="http://schemas.microsoft.com/office/drawing/2014/main" id="{7A3E4FA5-158B-6AEE-68CD-D401E83AF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F8421DCB-5B1E-8FC5-54B3-C6315D81D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72C633DC-AA26-58DE-E0AB-EF112C9361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02E495-63C0-C89D-AF09-BFBC2E9B0B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990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1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4B39EC5C-1529-5E18-6C18-53AFE7A34E1F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1" y="4330521"/>
            <a:ext cx="12192000" cy="1886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41E0184-F804-3A80-D2BE-7EB4466DE203}"/>
              </a:ext>
            </a:extLst>
          </p:cNvPr>
          <p:cNvSpPr/>
          <p:nvPr userDrawn="1"/>
        </p:nvSpPr>
        <p:spPr>
          <a:xfrm>
            <a:off x="0" y="4044393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6DF2F-793C-8622-A47F-5F1DB2637E11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780BDE16-43A3-DE71-7B38-628A3E9F2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8764E3C-F7FE-2FB7-929C-0011DFEE4C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658" y="4237965"/>
            <a:ext cx="4494443" cy="11287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FA83C17-14D9-390C-BDE5-35D27E5C0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659" y="5483323"/>
            <a:ext cx="3277884" cy="2514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DA7D6-CE6F-3824-348B-97704D679378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DA3FEE-9F78-C1D7-6271-7AC8B77EBEFE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FABA401C-AF59-75B4-597A-3D7BA26D52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8820C755-D9E8-7223-E7B8-E8B80928CA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7E3F1-1976-201A-CF40-24356A9DA9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158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2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0" y="4327267"/>
            <a:ext cx="12192000" cy="1886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C9A18-CC72-C68A-B108-36A95EEC5A92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D2AB9-361A-91E7-B7FC-45187347596F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1" name="Text Placeholder 45">
            <a:extLst>
              <a:ext uri="{FF2B5EF4-FFF2-40B4-BE49-F238E27FC236}">
                <a16:creationId xmlns:a16="http://schemas.microsoft.com/office/drawing/2014/main" id="{920C8335-7A3B-4991-2A6A-3DC4AD2F17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22" name="Picture 21" descr="A group of people giving each other a high five&#10;&#10;Description automatically generated">
            <a:extLst>
              <a:ext uri="{FF2B5EF4-FFF2-40B4-BE49-F238E27FC236}">
                <a16:creationId xmlns:a16="http://schemas.microsoft.com/office/drawing/2014/main" id="{5B045634-C003-B9E3-5CC5-D0257A643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87"/>
          <a:stretch/>
        </p:blipFill>
        <p:spPr>
          <a:xfrm>
            <a:off x="0" y="4054785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</p:spPr>
      </p:pic>
      <p:sp>
        <p:nvSpPr>
          <p:cNvPr id="23" name="Text Placeholder 45">
            <a:extLst>
              <a:ext uri="{FF2B5EF4-FFF2-40B4-BE49-F238E27FC236}">
                <a16:creationId xmlns:a16="http://schemas.microsoft.com/office/drawing/2014/main" id="{1233F865-FE74-3B1F-F0B1-F6F6EB93E1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0E11E0FD-4F57-035D-41A8-CE8E0C711407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9A2566-A9E3-267D-BC9D-676ADF2BAB34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95B98870-8664-F6C5-F1FC-29A1675F62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448DA-9E73-391D-D60A-FFE49CC6D6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041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mpion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C30820-651C-7BA3-A3B3-A9E38023C7A8}"/>
              </a:ext>
            </a:extLst>
          </p:cNvPr>
          <p:cNvSpPr/>
          <p:nvPr userDrawn="1"/>
        </p:nvSpPr>
        <p:spPr>
          <a:xfrm>
            <a:off x="4934854" y="3049133"/>
            <a:ext cx="6673566" cy="316612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D946BE-9F9F-1845-BA4F-3BB7588F5108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64F8BF-7F5F-F42A-19C1-D8757EAB9EC4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D4A314-ADA5-36DE-B279-C180F30E2820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C4BA87-9A4A-CFEC-1691-59238A61FC48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68FF654-CF95-0914-2889-FE5FE5295F33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DA8977-4CEB-DB06-25CF-BED585157E21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7AC413-DE69-EEF3-4159-B0298AAA38FC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18366B-3931-C4F6-2491-FC28922F6437}"/>
              </a:ext>
            </a:extLst>
          </p:cNvPr>
          <p:cNvSpPr/>
          <p:nvPr userDrawn="1"/>
        </p:nvSpPr>
        <p:spPr>
          <a:xfrm>
            <a:off x="4934854" y="1230502"/>
            <a:ext cx="6673566" cy="1626469"/>
          </a:xfrm>
          <a:prstGeom prst="roundRect">
            <a:avLst>
              <a:gd name="adj" fmla="val 28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B84DB1-F24D-7496-3F98-4009B6A7E428}"/>
              </a:ext>
            </a:extLst>
          </p:cNvPr>
          <p:cNvSpPr/>
          <p:nvPr userDrawn="1"/>
        </p:nvSpPr>
        <p:spPr>
          <a:xfrm>
            <a:off x="622852" y="1399571"/>
            <a:ext cx="4147445" cy="4815692"/>
          </a:xfrm>
          <a:prstGeom prst="roundRect">
            <a:avLst>
              <a:gd name="adj" fmla="val 205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FFDF4AFD-D07B-561A-AA16-CED0010891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2330" y="1783885"/>
            <a:ext cx="723058" cy="642718"/>
          </a:xfrm>
          <a:prstGeom prst="rect">
            <a:avLst/>
          </a:prstGeom>
        </p:spPr>
      </p:pic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0BF06BF8-E29D-F2BD-67A7-3DB58B1DFEA7}"/>
              </a:ext>
            </a:extLst>
          </p:cNvPr>
          <p:cNvSpPr/>
          <p:nvPr userDrawn="1"/>
        </p:nvSpPr>
        <p:spPr>
          <a:xfrm>
            <a:off x="622851" y="1230502"/>
            <a:ext cx="4151397" cy="401890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766AC-A36C-15D8-1925-503153BEEC73}"/>
              </a:ext>
            </a:extLst>
          </p:cNvPr>
          <p:cNvSpPr txBox="1"/>
          <p:nvPr userDrawn="1"/>
        </p:nvSpPr>
        <p:spPr>
          <a:xfrm>
            <a:off x="605236" y="1278221"/>
            <a:ext cx="4182676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Champion Information</a:t>
            </a:r>
          </a:p>
        </p:txBody>
      </p:sp>
      <p:sp>
        <p:nvSpPr>
          <p:cNvPr id="38" name="Round Same Side Corner Rectangle 37">
            <a:extLst>
              <a:ext uri="{FF2B5EF4-FFF2-40B4-BE49-F238E27FC236}">
                <a16:creationId xmlns:a16="http://schemas.microsoft.com/office/drawing/2014/main" id="{98EB5FFF-0C05-BBEF-B2D7-48C64F87B998}"/>
              </a:ext>
            </a:extLst>
          </p:cNvPr>
          <p:cNvSpPr/>
          <p:nvPr userDrawn="1"/>
        </p:nvSpPr>
        <p:spPr>
          <a:xfrm>
            <a:off x="4937324" y="1232629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93F5A-3845-6DF7-3E15-AC4393A323E3}"/>
              </a:ext>
            </a:extLst>
          </p:cNvPr>
          <p:cNvSpPr txBox="1"/>
          <p:nvPr userDrawn="1"/>
        </p:nvSpPr>
        <p:spPr>
          <a:xfrm>
            <a:off x="4939312" y="1278221"/>
            <a:ext cx="666910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Testimonial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41" name="Round Same Side Corner Rectangle 40">
            <a:extLst>
              <a:ext uri="{FF2B5EF4-FFF2-40B4-BE49-F238E27FC236}">
                <a16:creationId xmlns:a16="http://schemas.microsoft.com/office/drawing/2014/main" id="{6BDF03E5-17E2-9166-9E9B-B0D67447D879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DA34B-13C8-4BD2-81C7-5799DEB897FD}"/>
              </a:ext>
            </a:extLst>
          </p:cNvPr>
          <p:cNvSpPr txBox="1"/>
          <p:nvPr userDrawn="1"/>
        </p:nvSpPr>
        <p:spPr>
          <a:xfrm>
            <a:off x="5247599" y="3357217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Challenge</a:t>
            </a:r>
          </a:p>
        </p:txBody>
      </p:sp>
      <p:sp>
        <p:nvSpPr>
          <p:cNvPr id="43" name="Round Same Side Corner Rectangle 42">
            <a:extLst>
              <a:ext uri="{FF2B5EF4-FFF2-40B4-BE49-F238E27FC236}">
                <a16:creationId xmlns:a16="http://schemas.microsoft.com/office/drawing/2014/main" id="{F64B1CCE-B1FB-1571-5DA4-7D833413E117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611841-F2C1-5CD8-763F-437A47ADF6FA}"/>
              </a:ext>
            </a:extLst>
          </p:cNvPr>
          <p:cNvSpPr txBox="1"/>
          <p:nvPr userDrawn="1"/>
        </p:nvSpPr>
        <p:spPr>
          <a:xfrm>
            <a:off x="7315200" y="3368742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7" name="Round Same Side Corner Rectangle 46">
            <a:extLst>
              <a:ext uri="{FF2B5EF4-FFF2-40B4-BE49-F238E27FC236}">
                <a16:creationId xmlns:a16="http://schemas.microsoft.com/office/drawing/2014/main" id="{6492E617-055B-788C-2240-D167ADB42494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2C0C6A-691D-E5E8-4745-5E59E6DA0491}"/>
              </a:ext>
            </a:extLst>
          </p:cNvPr>
          <p:cNvSpPr txBox="1"/>
          <p:nvPr userDrawn="1"/>
        </p:nvSpPr>
        <p:spPr>
          <a:xfrm>
            <a:off x="9383825" y="3368140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82D99856-AB02-8D15-5FD1-F2FC9970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38D0593F-0DE1-D765-F90D-F894AE3555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0266" y="1786359"/>
            <a:ext cx="5260242" cy="5405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54" name="Text Placeholder 38">
            <a:extLst>
              <a:ext uri="{FF2B5EF4-FFF2-40B4-BE49-F238E27FC236}">
                <a16:creationId xmlns:a16="http://schemas.microsoft.com/office/drawing/2014/main" id="{02E8A55F-FCAA-2CD7-CB93-6412900340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0266" y="2436098"/>
            <a:ext cx="5260242" cy="290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FFAD9EA6-50BF-AEA7-331A-F7325653FF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16987DBD-F2CF-2EF9-A22B-4BC2EEB02A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59" name="Text Placeholder 45">
            <a:extLst>
              <a:ext uri="{FF2B5EF4-FFF2-40B4-BE49-F238E27FC236}">
                <a16:creationId xmlns:a16="http://schemas.microsoft.com/office/drawing/2014/main" id="{406CC546-2CD4-DA9D-E46D-5DAE04F0C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sp>
        <p:nvSpPr>
          <p:cNvPr id="60" name="Text Placeholder 38">
            <a:extLst>
              <a:ext uri="{FF2B5EF4-FFF2-40B4-BE49-F238E27FC236}">
                <a16:creationId xmlns:a16="http://schemas.microsoft.com/office/drawing/2014/main" id="{4EB4D149-B06B-610C-D6CE-98C6D11550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9249" y="3828916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Champion Information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186B511E-D19B-85A4-58C1-CE589484B15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249" y="1784350"/>
            <a:ext cx="1735137" cy="1817688"/>
          </a:xfrm>
          <a:solidFill>
            <a:schemeClr val="bg2">
              <a:lumMod val="50000"/>
            </a:schemeClr>
          </a:solidFill>
        </p:spPr>
        <p:txBody>
          <a:bodyPr tIns="182880" anchor="t" anchorCtr="0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Headshot Image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F99E26-63BE-4897-6CE4-DCFE26B1D4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384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0850" y="3955261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DF393-13A2-29EE-764F-17874091D5E5}"/>
              </a:ext>
            </a:extLst>
          </p:cNvPr>
          <p:cNvSpPr txBox="1"/>
          <p:nvPr userDrawn="1"/>
        </p:nvSpPr>
        <p:spPr>
          <a:xfrm>
            <a:off x="450850" y="3050435"/>
            <a:ext cx="9376675" cy="757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800" b="1">
                <a:solidFill>
                  <a:srgbClr val="3F434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BA54CE2-D3A6-D7A3-F191-231E70AD36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0602B1-3AB0-C6DF-0E3E-8CAFFD282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3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280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C976FBA-51A1-B173-4C36-323DE3ED583C}"/>
              </a:ext>
            </a:extLst>
          </p:cNvPr>
          <p:cNvSpPr>
            <a:spLocks/>
          </p:cNvSpPr>
          <p:nvPr userDrawn="1"/>
        </p:nvSpPr>
        <p:spPr>
          <a:xfrm>
            <a:off x="-7937" y="-24609"/>
            <a:ext cx="7461351" cy="6881019"/>
          </a:xfrm>
          <a:custGeom>
            <a:avLst/>
            <a:gdLst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355946 w 11503021"/>
              <a:gd name="connsiteY5" fmla="*/ 5323147 h 5328149"/>
              <a:gd name="connsiteX6" fmla="*/ 0 w 11503021"/>
              <a:gd name="connsiteY6" fmla="*/ 5328149 h 5328149"/>
              <a:gd name="connsiteX0" fmla="*/ 0 w 11503021"/>
              <a:gd name="connsiteY0" fmla="*/ 0 h 5328149"/>
              <a:gd name="connsiteX1" fmla="*/ 11503021 w 11503021"/>
              <a:gd name="connsiteY1" fmla="*/ 0 h 5328149"/>
              <a:gd name="connsiteX2" fmla="*/ 11460113 w 11503021"/>
              <a:gd name="connsiteY2" fmla="*/ 171744 h 5328149"/>
              <a:gd name="connsiteX3" fmla="*/ 10226714 w 11503021"/>
              <a:gd name="connsiteY3" fmla="*/ 5029225 h 5328149"/>
              <a:gd name="connsiteX4" fmla="*/ 10020592 w 11503021"/>
              <a:gd name="connsiteY4" fmla="*/ 5294319 h 5328149"/>
              <a:gd name="connsiteX5" fmla="*/ 5751511 w 11503021"/>
              <a:gd name="connsiteY5" fmla="*/ 5307019 h 5328149"/>
              <a:gd name="connsiteX6" fmla="*/ 355946 w 11503021"/>
              <a:gd name="connsiteY6" fmla="*/ 5323147 h 5328149"/>
              <a:gd name="connsiteX7" fmla="*/ 0 w 11503021"/>
              <a:gd name="connsiteY7" fmla="*/ 5328149 h 5328149"/>
              <a:gd name="connsiteX8" fmla="*/ 0 w 11503021"/>
              <a:gd name="connsiteY8" fmla="*/ 0 h 5328149"/>
              <a:gd name="connsiteX0" fmla="*/ 0 w 11503021"/>
              <a:gd name="connsiteY0" fmla="*/ 9904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9" fmla="*/ 0 w 11503021"/>
              <a:gd name="connsiteY9" fmla="*/ 9904 h 5338053"/>
              <a:gd name="connsiteX0" fmla="*/ 0 w 11503021"/>
              <a:gd name="connsiteY0" fmla="*/ 5338053 h 5338053"/>
              <a:gd name="connsiteX1" fmla="*/ 5761303 w 11503021"/>
              <a:gd name="connsiteY1" fmla="*/ 0 h 5338053"/>
              <a:gd name="connsiteX2" fmla="*/ 11503021 w 11503021"/>
              <a:gd name="connsiteY2" fmla="*/ 9904 h 5338053"/>
              <a:gd name="connsiteX3" fmla="*/ 11460113 w 11503021"/>
              <a:gd name="connsiteY3" fmla="*/ 181648 h 5338053"/>
              <a:gd name="connsiteX4" fmla="*/ 10226714 w 11503021"/>
              <a:gd name="connsiteY4" fmla="*/ 5039129 h 5338053"/>
              <a:gd name="connsiteX5" fmla="*/ 10020592 w 11503021"/>
              <a:gd name="connsiteY5" fmla="*/ 5304223 h 5338053"/>
              <a:gd name="connsiteX6" fmla="*/ 5751511 w 11503021"/>
              <a:gd name="connsiteY6" fmla="*/ 5316923 h 5338053"/>
              <a:gd name="connsiteX7" fmla="*/ 355946 w 11503021"/>
              <a:gd name="connsiteY7" fmla="*/ 5333051 h 5338053"/>
              <a:gd name="connsiteX8" fmla="*/ 0 w 11503021"/>
              <a:gd name="connsiteY8" fmla="*/ 5338053 h 5338053"/>
              <a:gd name="connsiteX0" fmla="*/ 0 w 11147075"/>
              <a:gd name="connsiteY0" fmla="*/ 5333051 h 5333051"/>
              <a:gd name="connsiteX1" fmla="*/ 5405357 w 11147075"/>
              <a:gd name="connsiteY1" fmla="*/ 0 h 5333051"/>
              <a:gd name="connsiteX2" fmla="*/ 11147075 w 11147075"/>
              <a:gd name="connsiteY2" fmla="*/ 9904 h 5333051"/>
              <a:gd name="connsiteX3" fmla="*/ 11104167 w 11147075"/>
              <a:gd name="connsiteY3" fmla="*/ 181648 h 5333051"/>
              <a:gd name="connsiteX4" fmla="*/ 9870768 w 11147075"/>
              <a:gd name="connsiteY4" fmla="*/ 5039129 h 5333051"/>
              <a:gd name="connsiteX5" fmla="*/ 9664646 w 11147075"/>
              <a:gd name="connsiteY5" fmla="*/ 5304223 h 5333051"/>
              <a:gd name="connsiteX6" fmla="*/ 5395565 w 11147075"/>
              <a:gd name="connsiteY6" fmla="*/ 5316923 h 5333051"/>
              <a:gd name="connsiteX7" fmla="*/ 0 w 11147075"/>
              <a:gd name="connsiteY7" fmla="*/ 5333051 h 5333051"/>
              <a:gd name="connsiteX0" fmla="*/ 0 w 5751510"/>
              <a:gd name="connsiteY0" fmla="*/ 5316923 h 5316923"/>
              <a:gd name="connsiteX1" fmla="*/ 9792 w 5751510"/>
              <a:gd name="connsiteY1" fmla="*/ 0 h 5316923"/>
              <a:gd name="connsiteX2" fmla="*/ 5751510 w 5751510"/>
              <a:gd name="connsiteY2" fmla="*/ 9904 h 5316923"/>
              <a:gd name="connsiteX3" fmla="*/ 5708602 w 5751510"/>
              <a:gd name="connsiteY3" fmla="*/ 181648 h 5316923"/>
              <a:gd name="connsiteX4" fmla="*/ 4475203 w 5751510"/>
              <a:gd name="connsiteY4" fmla="*/ 5039129 h 5316923"/>
              <a:gd name="connsiteX5" fmla="*/ 4269081 w 5751510"/>
              <a:gd name="connsiteY5" fmla="*/ 5304223 h 5316923"/>
              <a:gd name="connsiteX6" fmla="*/ 0 w 5751510"/>
              <a:gd name="connsiteY6" fmla="*/ 5316923 h 5316923"/>
              <a:gd name="connsiteX0" fmla="*/ 1224 w 5752734"/>
              <a:gd name="connsiteY0" fmla="*/ 5315087 h 5315087"/>
              <a:gd name="connsiteX1" fmla="*/ 0 w 5752734"/>
              <a:gd name="connsiteY1" fmla="*/ 0 h 5315087"/>
              <a:gd name="connsiteX2" fmla="*/ 5752734 w 5752734"/>
              <a:gd name="connsiteY2" fmla="*/ 8068 h 5315087"/>
              <a:gd name="connsiteX3" fmla="*/ 5709826 w 5752734"/>
              <a:gd name="connsiteY3" fmla="*/ 179812 h 5315087"/>
              <a:gd name="connsiteX4" fmla="*/ 4476427 w 5752734"/>
              <a:gd name="connsiteY4" fmla="*/ 5037293 h 5315087"/>
              <a:gd name="connsiteX5" fmla="*/ 4270305 w 5752734"/>
              <a:gd name="connsiteY5" fmla="*/ 5302387 h 5315087"/>
              <a:gd name="connsiteX6" fmla="*/ 1224 w 5752734"/>
              <a:gd name="connsiteY6" fmla="*/ 5315087 h 5315087"/>
              <a:gd name="connsiteX0" fmla="*/ 6120 w 5752734"/>
              <a:gd name="connsiteY0" fmla="*/ 5305295 h 5305295"/>
              <a:gd name="connsiteX1" fmla="*/ 0 w 5752734"/>
              <a:gd name="connsiteY1" fmla="*/ 0 h 5305295"/>
              <a:gd name="connsiteX2" fmla="*/ 5752734 w 5752734"/>
              <a:gd name="connsiteY2" fmla="*/ 8068 h 5305295"/>
              <a:gd name="connsiteX3" fmla="*/ 5709826 w 5752734"/>
              <a:gd name="connsiteY3" fmla="*/ 179812 h 5305295"/>
              <a:gd name="connsiteX4" fmla="*/ 4476427 w 5752734"/>
              <a:gd name="connsiteY4" fmla="*/ 5037293 h 5305295"/>
              <a:gd name="connsiteX5" fmla="*/ 4270305 w 5752734"/>
              <a:gd name="connsiteY5" fmla="*/ 5302387 h 5305295"/>
              <a:gd name="connsiteX6" fmla="*/ 6120 w 5752734"/>
              <a:gd name="connsiteY6" fmla="*/ 5305295 h 530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2734" h="5305295">
                <a:moveTo>
                  <a:pt x="6120" y="5305295"/>
                </a:moveTo>
                <a:lnTo>
                  <a:pt x="0" y="0"/>
                </a:lnTo>
                <a:lnTo>
                  <a:pt x="5752734" y="8068"/>
                </a:lnTo>
                <a:lnTo>
                  <a:pt x="5709826" y="179812"/>
                </a:lnTo>
                <a:cubicBezTo>
                  <a:pt x="5315404" y="1756422"/>
                  <a:pt x="4660302" y="4325075"/>
                  <a:pt x="4476427" y="5037293"/>
                </a:cubicBezTo>
                <a:cubicBezTo>
                  <a:pt x="4434163" y="5198793"/>
                  <a:pt x="4385431" y="5300775"/>
                  <a:pt x="4270305" y="5302387"/>
                </a:cubicBezTo>
                <a:lnTo>
                  <a:pt x="6120" y="5305295"/>
                </a:lnTo>
                <a:close/>
              </a:path>
            </a:pathLst>
          </a:custGeom>
          <a:solidFill>
            <a:schemeClr val="tx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S">
              <a:solidFill>
                <a:srgbClr val="E1C56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3CAE-9FD5-2DFB-D3D9-B2E61FF6F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449466"/>
            <a:ext cx="3900332" cy="4007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6EE748-E418-468F-9C7E-4E9148E945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1" y="1437506"/>
            <a:ext cx="5600700" cy="1859609"/>
          </a:xfrm>
        </p:spPr>
        <p:txBody>
          <a:bodyPr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9F492-4B76-4A31-8DA2-FE60C11FFA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297115"/>
            <a:ext cx="5263662" cy="1116623"/>
          </a:xfrm>
        </p:spPr>
        <p:txBody>
          <a:bodyPr/>
          <a:lstStyle>
            <a:lvl1pPr marL="0" indent="0" algn="l">
              <a:buNone/>
              <a:defRPr sz="32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6F7176E-06A6-D65E-2008-546B5FB7AC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5296120"/>
            <a:ext cx="2936875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Arial 24pt </a:t>
            </a:r>
            <a:endParaRPr lang="LID4096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17F6B689-C685-5EDC-021F-D3C2231EF1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5793177"/>
            <a:ext cx="2393080" cy="4518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Arial 24pt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76689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53134"/>
            <a:ext cx="9376675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452987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B1118800-9BD9-8836-3312-3225FFD747E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C1119-71D6-3483-1752-46C04CC986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019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+ Image">
    <p:bg>
      <p:bgPr>
        <a:solidFill>
          <a:schemeClr val="bg1">
            <a:lumMod val="95000"/>
            <a:alpha val="4524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A8A80B-393E-118B-B6FC-3D3E59F07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82411"/>
          </a:xfrm>
          <a:solidFill>
            <a:schemeClr val="bg2">
              <a:lumMod val="90000"/>
            </a:schemeClr>
          </a:solidFill>
        </p:spPr>
        <p:txBody>
          <a:bodyPr tIns="36576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841CE-D39B-D638-2C68-8A53E451C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76" y="4615559"/>
            <a:ext cx="11045324" cy="672865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7076" y="5315413"/>
            <a:ext cx="11045324" cy="6728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Subtitle, presenter names, and/or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32C47-5C2F-E6E9-073A-5D76261C1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776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228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8">
            <a:extLst>
              <a:ext uri="{FF2B5EF4-FFF2-40B4-BE49-F238E27FC236}">
                <a16:creationId xmlns:a16="http://schemas.microsoft.com/office/drawing/2014/main" id="{C4DC8BC1-06FB-6B92-31F2-5E6D9EDA9D90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</p:spTree>
    <p:extLst>
      <p:ext uri="{BB962C8B-B14F-4D97-AF65-F5344CB8AC3E}">
        <p14:creationId xmlns:p14="http://schemas.microsoft.com/office/powerpoint/2010/main" val="2862704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Type the title of Your Agenda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421078-E9DE-D2BD-D4B1-8E173AF954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88" y="1774825"/>
            <a:ext cx="7680325" cy="4168775"/>
          </a:xfrm>
        </p:spPr>
        <p:txBody>
          <a:bodyPr anchor="t"/>
          <a:lstStyle>
            <a:lvl1pPr marL="627063" indent="-627063">
              <a:spcAft>
                <a:spcPts val="1800"/>
              </a:spcAft>
              <a:buClr>
                <a:schemeClr val="accent2"/>
              </a:buClr>
              <a:buSzPct val="170000"/>
              <a:buFont typeface="+mj-lt"/>
              <a:buAutoNum type="arabicPeriod"/>
              <a:defRPr sz="2400">
                <a:solidFill>
                  <a:schemeClr val="bg1"/>
                </a:solidFill>
              </a:defRPr>
            </a:lvl1pPr>
            <a:lvl2pPr marL="685800" indent="-4572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143000" indent="-228600">
              <a:buClr>
                <a:schemeClr val="bg1"/>
              </a:buClr>
              <a:buSzPct val="200000"/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C9088-2699-5792-4008-0398BF0F51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63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1DDDFC-84F9-10F6-64EB-B3938179E5C4}"/>
              </a:ext>
            </a:extLst>
          </p:cNvPr>
          <p:cNvSpPr/>
          <p:nvPr userDrawn="1"/>
        </p:nvSpPr>
        <p:spPr>
          <a:xfrm>
            <a:off x="534988" y="1720462"/>
            <a:ext cx="1413819" cy="1048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#3F434F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1FCCC-25A0-985E-9192-4F9806B04497}"/>
              </a:ext>
            </a:extLst>
          </p:cNvPr>
          <p:cNvSpPr/>
          <p:nvPr userDrawn="1"/>
        </p:nvSpPr>
        <p:spPr>
          <a:xfrm>
            <a:off x="2144924" y="1720462"/>
            <a:ext cx="1413819" cy="10484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#4D8194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99A24-2035-8918-20DA-6218A4CCB5DE}"/>
              </a:ext>
            </a:extLst>
          </p:cNvPr>
          <p:cNvSpPr/>
          <p:nvPr userDrawn="1"/>
        </p:nvSpPr>
        <p:spPr>
          <a:xfrm>
            <a:off x="3754860" y="1720462"/>
            <a:ext cx="1413819" cy="1048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#DCC479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7BD3B-097C-23F3-FA25-F5B8DD8E73B6}"/>
              </a:ext>
            </a:extLst>
          </p:cNvPr>
          <p:cNvSpPr/>
          <p:nvPr userDrawn="1"/>
        </p:nvSpPr>
        <p:spPr>
          <a:xfrm>
            <a:off x="5364795" y="1720462"/>
            <a:ext cx="1413819" cy="1048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#D22428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C0EE6-BDFB-37FC-C414-6F8FE4CD6D24}"/>
              </a:ext>
            </a:extLst>
          </p:cNvPr>
          <p:cNvSpPr/>
          <p:nvPr userDrawn="1"/>
        </p:nvSpPr>
        <p:spPr>
          <a:xfrm>
            <a:off x="6974730" y="1720462"/>
            <a:ext cx="1413819" cy="10484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#13234E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66A85-97A7-DF40-562C-662EACEBD5E5}"/>
              </a:ext>
            </a:extLst>
          </p:cNvPr>
          <p:cNvSpPr/>
          <p:nvPr userDrawn="1"/>
        </p:nvSpPr>
        <p:spPr>
          <a:xfrm>
            <a:off x="8584665" y="1720462"/>
            <a:ext cx="1413819" cy="1048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#558156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AF2BEB-AE68-895D-4456-1E36040EFD72}"/>
              </a:ext>
            </a:extLst>
          </p:cNvPr>
          <p:cNvSpPr/>
          <p:nvPr userDrawn="1"/>
        </p:nvSpPr>
        <p:spPr>
          <a:xfrm>
            <a:off x="10194601" y="1720462"/>
            <a:ext cx="1413819" cy="10484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#574941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CC1AD-841A-229F-A65B-5D0E4E11898B}"/>
              </a:ext>
            </a:extLst>
          </p:cNvPr>
          <p:cNvSpPr/>
          <p:nvPr userDrawn="1"/>
        </p:nvSpPr>
        <p:spPr>
          <a:xfrm>
            <a:off x="534988" y="2768656"/>
            <a:ext cx="1413819" cy="10484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#696972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EB5B6-B988-4182-CA3E-664F0D407B97}"/>
              </a:ext>
            </a:extLst>
          </p:cNvPr>
          <p:cNvSpPr/>
          <p:nvPr userDrawn="1"/>
        </p:nvSpPr>
        <p:spPr>
          <a:xfrm>
            <a:off x="2144923" y="2768655"/>
            <a:ext cx="1413819" cy="10484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#8EB6C4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F6707-EBE0-78A8-913D-251DD774FC69}"/>
              </a:ext>
            </a:extLst>
          </p:cNvPr>
          <p:cNvSpPr/>
          <p:nvPr userDrawn="1"/>
        </p:nvSpPr>
        <p:spPr>
          <a:xfrm>
            <a:off x="3754858" y="2768655"/>
            <a:ext cx="1413819" cy="10484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#EADBAF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A37D-B9D8-DD25-A283-B0664023C5C1}"/>
              </a:ext>
            </a:extLst>
          </p:cNvPr>
          <p:cNvSpPr/>
          <p:nvPr userDrawn="1"/>
        </p:nvSpPr>
        <p:spPr>
          <a:xfrm>
            <a:off x="5364792" y="2768655"/>
            <a:ext cx="1413819" cy="1048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#E87885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1339F-E3BB-A494-6F6B-933790DB1AEF}"/>
              </a:ext>
            </a:extLst>
          </p:cNvPr>
          <p:cNvSpPr/>
          <p:nvPr userDrawn="1"/>
        </p:nvSpPr>
        <p:spPr>
          <a:xfrm>
            <a:off x="6974730" y="2768655"/>
            <a:ext cx="1413819" cy="1048430"/>
          </a:xfrm>
          <a:prstGeom prst="rect">
            <a:avLst/>
          </a:pr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#597BD7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638B0-3FE5-3E1A-443D-A9B6EC1D17E6}"/>
              </a:ext>
            </a:extLst>
          </p:cNvPr>
          <p:cNvSpPr/>
          <p:nvPr userDrawn="1"/>
        </p:nvSpPr>
        <p:spPr>
          <a:xfrm>
            <a:off x="8584665" y="2768655"/>
            <a:ext cx="1413819" cy="10484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#94B895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5C2133-AF7E-AF76-8368-07BFE31C87FC}"/>
              </a:ext>
            </a:extLst>
          </p:cNvPr>
          <p:cNvSpPr/>
          <p:nvPr userDrawn="1"/>
        </p:nvSpPr>
        <p:spPr>
          <a:xfrm>
            <a:off x="10194601" y="2768655"/>
            <a:ext cx="1413819" cy="10484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#A38F84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C10FF5-90FB-38F9-6828-9FAB52E67720}"/>
              </a:ext>
            </a:extLst>
          </p:cNvPr>
          <p:cNvSpPr/>
          <p:nvPr userDrawn="1"/>
        </p:nvSpPr>
        <p:spPr>
          <a:xfrm>
            <a:off x="534988" y="3816850"/>
            <a:ext cx="1413819" cy="104843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#A0A0A8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2E8EE-70D4-A88B-A298-4F225B1F1C7A}"/>
              </a:ext>
            </a:extLst>
          </p:cNvPr>
          <p:cNvSpPr/>
          <p:nvPr userDrawn="1"/>
        </p:nvSpPr>
        <p:spPr>
          <a:xfrm>
            <a:off x="2144923" y="3816850"/>
            <a:ext cx="1413819" cy="10484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#B4CED8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03EC23-836A-845D-EC03-A54BFF16E650}"/>
              </a:ext>
            </a:extLst>
          </p:cNvPr>
          <p:cNvSpPr/>
          <p:nvPr userDrawn="1"/>
        </p:nvSpPr>
        <p:spPr>
          <a:xfrm>
            <a:off x="3754858" y="3816850"/>
            <a:ext cx="1413819" cy="10484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#F1E7C9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87553-2811-D112-BFDE-19461DF2457F}"/>
              </a:ext>
            </a:extLst>
          </p:cNvPr>
          <p:cNvSpPr/>
          <p:nvPr userDrawn="1"/>
        </p:nvSpPr>
        <p:spPr>
          <a:xfrm>
            <a:off x="5364792" y="3816850"/>
            <a:ext cx="1413819" cy="1048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#F0A5AD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FCB663-7B1C-30E2-1B78-B282FEA2C04C}"/>
              </a:ext>
            </a:extLst>
          </p:cNvPr>
          <p:cNvSpPr/>
          <p:nvPr userDrawn="1"/>
        </p:nvSpPr>
        <p:spPr>
          <a:xfrm>
            <a:off x="6974730" y="3816850"/>
            <a:ext cx="1413819" cy="1048430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#ACBDEB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5D21C-2818-0C22-052C-2253662BD3F6}"/>
              </a:ext>
            </a:extLst>
          </p:cNvPr>
          <p:cNvSpPr/>
          <p:nvPr userDrawn="1"/>
        </p:nvSpPr>
        <p:spPr>
          <a:xfrm>
            <a:off x="8584665" y="3816850"/>
            <a:ext cx="1413819" cy="1048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#B8D0B8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9E888-5EE3-75DB-B3BC-B5115B4CB8A1}"/>
              </a:ext>
            </a:extLst>
          </p:cNvPr>
          <p:cNvSpPr/>
          <p:nvPr userDrawn="1"/>
        </p:nvSpPr>
        <p:spPr>
          <a:xfrm>
            <a:off x="10194601" y="3816850"/>
            <a:ext cx="1413819" cy="10484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#C2B5AD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DEE84-8CFF-30D8-8E5C-293F3D4BCE1C}"/>
              </a:ext>
            </a:extLst>
          </p:cNvPr>
          <p:cNvSpPr/>
          <p:nvPr userDrawn="1"/>
        </p:nvSpPr>
        <p:spPr>
          <a:xfrm>
            <a:off x="534988" y="4865045"/>
            <a:ext cx="1413819" cy="10484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#C2C2C7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E58F02-CFC4-C60B-35FE-1454B118B314}"/>
              </a:ext>
            </a:extLst>
          </p:cNvPr>
          <p:cNvSpPr/>
          <p:nvPr userDrawn="1"/>
        </p:nvSpPr>
        <p:spPr>
          <a:xfrm>
            <a:off x="2144923" y="4865045"/>
            <a:ext cx="1413819" cy="10484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#D9E7EB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89EFC2-AA95-FCDD-0E0F-42B2007DA1B2}"/>
              </a:ext>
            </a:extLst>
          </p:cNvPr>
          <p:cNvSpPr/>
          <p:nvPr userDrawn="1"/>
        </p:nvSpPr>
        <p:spPr>
          <a:xfrm>
            <a:off x="3754858" y="4865045"/>
            <a:ext cx="1413819" cy="1048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#F8F3E4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5FD05-44E8-C47F-31F0-6912AC6FA0D4}"/>
              </a:ext>
            </a:extLst>
          </p:cNvPr>
          <p:cNvSpPr/>
          <p:nvPr userDrawn="1"/>
        </p:nvSpPr>
        <p:spPr>
          <a:xfrm>
            <a:off x="5364792" y="4865045"/>
            <a:ext cx="1413819" cy="1048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#F7D2D6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B4EA11-037D-FF5E-51AD-3ED9BDACAB1E}"/>
              </a:ext>
            </a:extLst>
          </p:cNvPr>
          <p:cNvSpPr/>
          <p:nvPr userDrawn="1"/>
        </p:nvSpPr>
        <p:spPr>
          <a:xfrm>
            <a:off x="6974730" y="4865045"/>
            <a:ext cx="1413819" cy="1048430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#DEE5F7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14C09B-6A79-4D7E-F8B4-7D7692E43008}"/>
              </a:ext>
            </a:extLst>
          </p:cNvPr>
          <p:cNvSpPr/>
          <p:nvPr userDrawn="1"/>
        </p:nvSpPr>
        <p:spPr>
          <a:xfrm>
            <a:off x="8584665" y="4865045"/>
            <a:ext cx="1413819" cy="1048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#DBE7DC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2CE718-BE03-C065-77FF-DFA1CD5331D9}"/>
              </a:ext>
            </a:extLst>
          </p:cNvPr>
          <p:cNvSpPr/>
          <p:nvPr userDrawn="1"/>
        </p:nvSpPr>
        <p:spPr>
          <a:xfrm>
            <a:off x="10194601" y="4865045"/>
            <a:ext cx="1413819" cy="1048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3F434F"/>
                </a:solidFill>
              </a:rPr>
              <a:t>#E0DAD6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3312250-0471-9A51-6B0B-ED9099D70062}"/>
              </a:ext>
            </a:extLst>
          </p:cNvPr>
          <p:cNvSpPr txBox="1">
            <a:spLocks/>
          </p:cNvSpPr>
          <p:nvPr userDrawn="1"/>
        </p:nvSpPr>
        <p:spPr>
          <a:xfrm>
            <a:off x="3754858" y="1159679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Accent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B0F3955-55FA-10BC-FD77-709890A58DC8}"/>
              </a:ext>
            </a:extLst>
          </p:cNvPr>
          <p:cNvSpPr txBox="1">
            <a:spLocks/>
          </p:cNvSpPr>
          <p:nvPr userDrawn="1"/>
        </p:nvSpPr>
        <p:spPr>
          <a:xfrm>
            <a:off x="6974726" y="1159678"/>
            <a:ext cx="4633693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Tertiary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CF0240-CE43-20F7-4AE2-FA4A3E0ADB95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815348A6-B43A-07AC-4C37-306E1A8DB1E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483E6-6EF7-7002-4971-9A6D63650EC8}"/>
              </a:ext>
            </a:extLst>
          </p:cNvPr>
          <p:cNvSpPr txBox="1"/>
          <p:nvPr userDrawn="1"/>
        </p:nvSpPr>
        <p:spPr>
          <a:xfrm>
            <a:off x="541868" y="384259"/>
            <a:ext cx="11100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Color Palette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568E34C-2CC0-8D89-49EC-829BBEAF232D}"/>
              </a:ext>
            </a:extLst>
          </p:cNvPr>
          <p:cNvSpPr txBox="1">
            <a:spLocks/>
          </p:cNvSpPr>
          <p:nvPr userDrawn="1"/>
        </p:nvSpPr>
        <p:spPr>
          <a:xfrm>
            <a:off x="534988" y="1159677"/>
            <a:ext cx="3023754" cy="46835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800" b="1" kern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4295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287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0">
                <a:solidFill>
                  <a:schemeClr val="tx2"/>
                </a:solidFill>
              </a:rPr>
              <a:t>Primary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CA38AF-4697-C91E-7FA4-379F011DF5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397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D875A8-62B1-EFC1-A792-694F4EA36361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650D-5204-7A15-D4D9-9A6AFF6DE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29084-C1A6-29FE-31AF-98460979F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660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Dark Mode - J Sw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C52483-BB76-5D0A-339E-FC1B498FA88C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B534B-5049-076F-B215-DA032EF3E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336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85B61-26F5-ABA7-85BF-B559C4FAA917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7AB09B-D766-5EE2-4333-DF1BAB451CCE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42DFC2-DAF9-FD5F-280C-1DB830FAF0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9863E-AFD1-6C16-78DD-BDEFE0D48D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205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ontent - Black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47408A-CDE8-A163-93A0-B5B0CC7787BF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01E855-E3F3-285C-4F04-5C041426B5D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95D3D3-B848-C391-8156-FDAB1BD6D93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DC410-196B-5ABC-B27C-94DE3439A4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52910-A258-30EE-F5DF-47864344FA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685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J Swoop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57A3B8-CCA7-77AC-5C81-258EC57FEFE2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65148E-12C2-73F5-7AFF-40A29C5234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8950"/>
            <a:ext cx="9785350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F361D-1F76-EBDE-5005-92A25168AA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766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L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9AFB8-FA1F-C50E-72F2-310D5004AE8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rgbClr val="D9D9DC">
              <a:alpha val="19000"/>
            </a:srgbClr>
          </a:solidFill>
        </p:spPr>
        <p:txBody>
          <a:bodyPr wrap="square" lIns="0" tIns="0" rIns="0" bIns="0" rtlCol="0"/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C2343F-0741-1ADF-38A0-8E81405764C5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0B51D-1E98-244A-3C10-44CE8C7C1C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11073160" cy="42967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D4D87-12D8-8C46-CC56-0BE35F0BBE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44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JAGGA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505D4-4860-B507-19D8-7C299A120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74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8FCD600C-4739-F7C7-694A-247EC024D1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389706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J Swoo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/>
            </a:lvl1pPr>
          </a:lstStyle>
          <a:p>
            <a:pPr marL="174625" lvl="0" indent="-174625"/>
            <a:r>
              <a:rPr lang="en-US"/>
              <a:t>Click to edit column title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column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3683D-4A10-2D17-5BED-3F0CE034D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36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72A7F2-F284-9A3D-84F3-CA1DA693F21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F5A87-7148-0910-0E65-99F3E2162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7940291-8606-4395-84B5-61C899E91A13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50E38D-5D51-2EF6-E381-B5471EA9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2A4BD56-C895-B049-4329-92041E312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73936" y="1626374"/>
            <a:ext cx="4754880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F50ABA9-22AD-9B6E-EB28-22D8A18E03E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73936" y="2182969"/>
            <a:ext cx="4754880" cy="3684588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tIns="9144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9F69C2-3770-3F60-FF85-9F2A973E6670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922AAC-9A7F-4712-2A14-EDA762401F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347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t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8E56C2-4EDA-060C-458C-424FD3DA7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768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2-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6FD546-9DFE-6C21-8344-B571428DCD8B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4FB9DB6-C407-9276-7796-EA82926E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9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19AEB4-042E-50A4-13D4-4019EFDC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9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54707C6-64E5-F1EE-7CAA-DC5801D69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25" y="1626374"/>
            <a:ext cx="5331224" cy="556595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22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8ABCD1D-6561-898C-B9A6-06D9ED25974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76925" y="2182968"/>
            <a:ext cx="5331224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91440" rIns="91440" bIns="4572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en-US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20246D-2E5B-228D-8067-96CB38D54AA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6FC633-D516-F7E3-3329-7CFA23FC7A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183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26ABFB-8063-C809-2F26-CA116ADD9C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lIns="182880" tIns="182880" rIns="182880" bIns="182880"/>
          <a:lstStyle>
            <a:lvl1pPr marL="114300" indent="-114300">
              <a:spcAft>
                <a:spcPts val="600"/>
              </a:spcAft>
              <a:defRPr sz="1400"/>
            </a:lvl1pPr>
            <a:lvl2pPr marL="342900" indent="-114300">
              <a:spcAft>
                <a:spcPts val="600"/>
              </a:spcAft>
              <a:defRPr sz="1200"/>
            </a:lvl2pPr>
            <a:lvl3pPr marL="571500" indent="-114300">
              <a:spcAft>
                <a:spcPts val="600"/>
              </a:spcAft>
              <a:defRPr sz="1000"/>
            </a:lvl3pPr>
            <a:lvl4pPr marL="800100" indent="-114300">
              <a:spcAft>
                <a:spcPts val="600"/>
              </a:spcAft>
              <a:defRPr sz="1000"/>
            </a:lvl4pPr>
            <a:lvl5pPr marL="1028700" indent="-114300"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E46B6-5CA6-BC7C-F34C-7D82C0BF8C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027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ontent + Imag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185D7C-D638-69EA-9691-1B3C25C4B434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31E9B-8598-7422-E9C5-B019443F53CC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B1D23402-ECA6-88E5-9C47-18AB00CBDC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1414062-14CB-B56C-8255-D33A37C8238D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3498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  <a:lvl2pPr>
              <a:defRPr lang="en-US" sz="1200" dirty="0">
                <a:solidFill>
                  <a:schemeClr val="bg1"/>
                </a:solidFill>
              </a:defRPr>
            </a:lvl2pPr>
            <a:lvl3pPr>
              <a:defRPr lang="en-US" sz="1000" dirty="0">
                <a:solidFill>
                  <a:schemeClr val="bg1"/>
                </a:solidFill>
              </a:defRPr>
            </a:lvl3pPr>
            <a:lvl4pPr>
              <a:defRPr lang="en-US" sz="1000" dirty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16AAC714-E300-292B-E807-2FD28FD1F6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79928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34">
            <a:extLst>
              <a:ext uri="{FF2B5EF4-FFF2-40B4-BE49-F238E27FC236}">
                <a16:creationId xmlns:a16="http://schemas.microsoft.com/office/drawing/2014/main" id="{D19CE457-58F6-C012-CC04-8E6A0A7445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24869" y="1626373"/>
            <a:ext cx="3383280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A6DBCA9-7216-D3E3-EE56-6217D941E952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8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Picture Placeholder 32">
            <a:extLst>
              <a:ext uri="{FF2B5EF4-FFF2-40B4-BE49-F238E27FC236}">
                <a16:creationId xmlns:a16="http://schemas.microsoft.com/office/drawing/2014/main" id="{BF66DE99-13FD-2DFC-85B1-E4B361EB40A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79928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5" name="Picture Placeholder 32">
            <a:extLst>
              <a:ext uri="{FF2B5EF4-FFF2-40B4-BE49-F238E27FC236}">
                <a16:creationId xmlns:a16="http://schemas.microsoft.com/office/drawing/2014/main" id="{3F873D81-4EB6-D605-771D-9D159C0293E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24869" y="2205038"/>
            <a:ext cx="3383280" cy="195738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E6E6419-15E8-3DF6-7D4B-CB4D2E3B5FE2}"/>
              </a:ext>
            </a:extLst>
          </p:cNvPr>
          <p:cNvSpPr>
            <a:spLocks noGrp="1"/>
          </p:cNvSpPr>
          <p:nvPr>
            <p:ph sz="half" idx="39"/>
          </p:nvPr>
        </p:nvSpPr>
        <p:spPr>
          <a:xfrm>
            <a:off x="4379928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87AE2C-4EB9-F30E-ED5D-1230B3F73F5D}"/>
              </a:ext>
            </a:extLst>
          </p:cNvPr>
          <p:cNvSpPr>
            <a:spLocks noGrp="1"/>
          </p:cNvSpPr>
          <p:nvPr>
            <p:ph sz="half" idx="40"/>
          </p:nvPr>
        </p:nvSpPr>
        <p:spPr>
          <a:xfrm>
            <a:off x="8224869" y="4162425"/>
            <a:ext cx="3383280" cy="1909883"/>
          </a:xfrm>
          <a:prstGeom prst="round2SameRect">
            <a:avLst>
              <a:gd name="adj1" fmla="val 0"/>
              <a:gd name="adj2" fmla="val 629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182880" tIns="182880" rIns="18288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B63B36-837F-40CE-3F4E-4CAEFF4724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918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17D1B-5327-5382-C6D0-00499C338D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18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4 Column Content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1ACDFE-DA83-AB34-3557-C77C82D8A236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01" y="6480322"/>
            <a:ext cx="1591023" cy="16348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>
                <a:solidFill>
                  <a:schemeClr val="bg1"/>
                </a:solidFill>
              </a:defRPr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tx1">
              <a:lumMod val="7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>
                <a:solidFill>
                  <a:schemeClr val="bg1"/>
                </a:solidFill>
              </a:defRPr>
            </a:lvl1pPr>
            <a:lvl2pPr>
              <a:defRPr lang="en-US" sz="1200">
                <a:solidFill>
                  <a:schemeClr val="bg1"/>
                </a:solidFill>
              </a:defRPr>
            </a:lvl2pPr>
            <a:lvl3pPr>
              <a:defRPr lang="en-US" sz="1000">
                <a:solidFill>
                  <a:schemeClr val="bg1"/>
                </a:solidFill>
              </a:defRPr>
            </a:lvl3pPr>
            <a:lvl4pPr>
              <a:defRPr lang="en-US" sz="1000">
                <a:solidFill>
                  <a:schemeClr val="bg1"/>
                </a:solidFill>
              </a:defRPr>
            </a:lvl4pPr>
            <a:lvl5pPr>
              <a:defRPr lang="en-US" sz="1000">
                <a:solidFill>
                  <a:schemeClr val="bg1"/>
                </a:solidFill>
              </a:defRPr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782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B5D3B-14A4-F7AF-EAC6-BAD48904A3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224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able -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4987B1-86D1-1819-BE97-1F1B97A5DD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73AE5-FFDC-89AC-6CE0-AA887783ED9D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2FB01B4-ABB6-FFF1-98F9-CF12CB38B643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34639" y="1684338"/>
            <a:ext cx="11073161" cy="41227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6566FE-37AB-7C59-0E38-9AD8A792D9CF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DA354-2A6E-95F8-4F62-CF4CBFC097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5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7601BB7B-7566-6CA8-E534-92F47E8DAC82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5AAC9-4D84-B35D-3D8A-03B620C39F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765" y="6480322"/>
            <a:ext cx="1591023" cy="1634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BD313-1DF0-67D1-8F2B-57A5F7EDAC99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764" y="434898"/>
            <a:ext cx="11007656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0764" y="969203"/>
            <a:ext cx="11007385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285381-B9E9-C6AC-1568-CC2A761ECF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0765" y="1758950"/>
            <a:ext cx="4542736" cy="428691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90EAC1-4425-C33E-D3A7-208C8EC4580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615225" y="1758950"/>
            <a:ext cx="6221795" cy="349976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effectLst>
            <a:outerShdw blurRad="139700" sx="102000" sy="102000" algn="ctr" rotWithShape="0">
              <a:prstClr val="black">
                <a:alpha val="11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Insert Screenshot (16:9 aspect ratio)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A4231C6-9931-0173-190B-78A3E43B56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87446" y="432474"/>
            <a:ext cx="425873" cy="572702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D7E406C-3206-4838-EB1B-E8DA050F26FA}"/>
              </a:ext>
            </a:extLst>
          </p:cNvPr>
          <p:cNvSpPr txBox="1"/>
          <p:nvPr userDrawn="1"/>
        </p:nvSpPr>
        <p:spPr>
          <a:xfrm>
            <a:off x="11639105" y="5534146"/>
            <a:ext cx="62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 Semi Bold"/>
                <a:ea typeface="Inter Semi Bold" panose="02000703000000020004" pitchFamily="50" charset="0"/>
                <a:cs typeface="Inter Semi Bold" panose="02000703000000020004" pitchFamily="50" charset="0"/>
              </a:rPr>
              <a:t>24.1</a:t>
            </a:r>
            <a:endParaRPr lang="en-RS" sz="1400">
              <a:solidFill>
                <a:schemeClr val="bg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C1E30E-3ED6-F588-5A27-055B5792AE45}"/>
              </a:ext>
            </a:extLst>
          </p:cNvPr>
          <p:cNvCxnSpPr/>
          <p:nvPr userDrawn="1"/>
        </p:nvCxnSpPr>
        <p:spPr>
          <a:xfrm>
            <a:off x="554355" y="297180"/>
            <a:ext cx="0" cy="589026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7B1638-5340-D919-25FE-093F23A794D2}"/>
              </a:ext>
            </a:extLst>
          </p:cNvPr>
          <p:cNvSpPr txBox="1"/>
          <p:nvPr userDrawn="1"/>
        </p:nvSpPr>
        <p:spPr>
          <a:xfrm>
            <a:off x="2542850" y="6423101"/>
            <a:ext cx="326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0">
                <a:solidFill>
                  <a:schemeClr val="bg2"/>
                </a:solidFill>
              </a:rPr>
              <a:t>© Copyright 2024 JAGGAER        </a:t>
            </a:r>
            <a:r>
              <a:rPr lang="en-US" sz="1000" b="1">
                <a:solidFill>
                  <a:schemeClr val="bg2"/>
                </a:solidFill>
              </a:rPr>
              <a:t>Confidential</a:t>
            </a:r>
            <a:endParaRPr lang="en-US" sz="1000" b="0">
              <a:solidFill>
                <a:schemeClr val="bg2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8A2B62-F8DE-FCAA-6EE8-F950D8975A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9864" y="0"/>
            <a:ext cx="2377156" cy="455890"/>
          </a:xfrm>
          <a:prstGeom prst="round2SameRect">
            <a:avLst>
              <a:gd name="adj1" fmla="val 0"/>
              <a:gd name="adj2" fmla="val 19412"/>
            </a:avLst>
          </a:prstGeom>
          <a:solidFill>
            <a:schemeClr val="tx1"/>
          </a:solidFill>
        </p:spPr>
        <p:txBody>
          <a:bodyPr wrap="none" lIns="274320" rIns="914400" anchor="ctr" anchorCtr="0">
            <a:spAutoFit/>
          </a:bodyPr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9102111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ve Behind 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4598A5-A4D5-FA8F-972D-201BC066696B}"/>
              </a:ext>
            </a:extLst>
          </p:cNvPr>
          <p:cNvSpPr/>
          <p:nvPr userDrawn="1"/>
        </p:nvSpPr>
        <p:spPr>
          <a:xfrm>
            <a:off x="5947302" y="3096610"/>
            <a:ext cx="5932994" cy="1828800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99849D-64B7-53A7-3843-C2886784D1A4}"/>
              </a:ext>
            </a:extLst>
          </p:cNvPr>
          <p:cNvSpPr/>
          <p:nvPr userDrawn="1"/>
        </p:nvSpPr>
        <p:spPr>
          <a:xfrm>
            <a:off x="5947302" y="1323113"/>
            <a:ext cx="2920129" cy="1704333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5F13E6-D7A3-ADB9-ABAC-0B8A2A712A6C}"/>
              </a:ext>
            </a:extLst>
          </p:cNvPr>
          <p:cNvSpPr/>
          <p:nvPr userDrawn="1"/>
        </p:nvSpPr>
        <p:spPr>
          <a:xfrm>
            <a:off x="535257" y="1305226"/>
            <a:ext cx="5230837" cy="1731271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52423E-0E09-C159-C158-07C3AE5C522F}"/>
              </a:ext>
            </a:extLst>
          </p:cNvPr>
          <p:cNvSpPr/>
          <p:nvPr userDrawn="1"/>
        </p:nvSpPr>
        <p:spPr>
          <a:xfrm>
            <a:off x="8960167" y="1323113"/>
            <a:ext cx="2920129" cy="1704332"/>
          </a:xfrm>
          <a:prstGeom prst="roundRect">
            <a:avLst>
              <a:gd name="adj" fmla="val 472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FDFD48-5E96-6BC9-9494-025465ED2C26}"/>
              </a:ext>
            </a:extLst>
          </p:cNvPr>
          <p:cNvSpPr/>
          <p:nvPr userDrawn="1"/>
        </p:nvSpPr>
        <p:spPr>
          <a:xfrm>
            <a:off x="535257" y="3156062"/>
            <a:ext cx="5230837" cy="3014207"/>
          </a:xfrm>
          <a:prstGeom prst="roundRect">
            <a:avLst>
              <a:gd name="adj" fmla="val 47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274320" bIns="91440" rtlCol="0" anchor="t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191B99A2-AC39-D76A-203E-E57F9D8DA5B8}"/>
              </a:ext>
            </a:extLst>
          </p:cNvPr>
          <p:cNvSpPr/>
          <p:nvPr userDrawn="1"/>
        </p:nvSpPr>
        <p:spPr>
          <a:xfrm>
            <a:off x="535258" y="3156063"/>
            <a:ext cx="5230838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8B847E-F90E-A74E-186E-8B9BD0BCB90E}"/>
              </a:ext>
            </a:extLst>
          </p:cNvPr>
          <p:cNvSpPr/>
          <p:nvPr userDrawn="1"/>
        </p:nvSpPr>
        <p:spPr>
          <a:xfrm>
            <a:off x="5947302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895F4B-F551-9176-764A-3C5B27F4128C}"/>
              </a:ext>
            </a:extLst>
          </p:cNvPr>
          <p:cNvSpPr/>
          <p:nvPr userDrawn="1"/>
        </p:nvSpPr>
        <p:spPr>
          <a:xfrm>
            <a:off x="9960450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E2E103-EFA8-B655-AF4C-B88EAC1C5C0A}"/>
              </a:ext>
            </a:extLst>
          </p:cNvPr>
          <p:cNvSpPr/>
          <p:nvPr userDrawn="1"/>
        </p:nvSpPr>
        <p:spPr>
          <a:xfrm>
            <a:off x="7960224" y="4994569"/>
            <a:ext cx="1919846" cy="1175701"/>
          </a:xfrm>
          <a:prstGeom prst="roundRect">
            <a:avLst>
              <a:gd name="adj" fmla="val 47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71E5F3-6E62-4F6C-AE19-740D27FE77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0594" y="5458055"/>
            <a:ext cx="621102" cy="5520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42A89CE-8CF0-394D-1991-8FCA7A60DE4D}"/>
              </a:ext>
            </a:extLst>
          </p:cNvPr>
          <p:cNvSpPr txBox="1"/>
          <p:nvPr userDrawn="1"/>
        </p:nvSpPr>
        <p:spPr>
          <a:xfrm>
            <a:off x="641022" y="3208311"/>
            <a:ext cx="512532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8" name="Round Same Side Corner Rectangle 27">
            <a:extLst>
              <a:ext uri="{FF2B5EF4-FFF2-40B4-BE49-F238E27FC236}">
                <a16:creationId xmlns:a16="http://schemas.microsoft.com/office/drawing/2014/main" id="{FD8C4607-FEF5-0430-849E-C08FE866AD49}"/>
              </a:ext>
            </a:extLst>
          </p:cNvPr>
          <p:cNvSpPr/>
          <p:nvPr userDrawn="1"/>
        </p:nvSpPr>
        <p:spPr>
          <a:xfrm>
            <a:off x="535260" y="1305226"/>
            <a:ext cx="5230835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FF0FA9-D2DA-3F42-37A9-0BAC8B2FCB7D}"/>
              </a:ext>
            </a:extLst>
          </p:cNvPr>
          <p:cNvSpPr txBox="1"/>
          <p:nvPr userDrawn="1"/>
        </p:nvSpPr>
        <p:spPr>
          <a:xfrm>
            <a:off x="546769" y="1384931"/>
            <a:ext cx="5205233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EDF2F440-4C5B-6A02-A27F-2711B3581113}"/>
              </a:ext>
            </a:extLst>
          </p:cNvPr>
          <p:cNvSpPr/>
          <p:nvPr userDrawn="1"/>
        </p:nvSpPr>
        <p:spPr>
          <a:xfrm>
            <a:off x="5947586" y="1321413"/>
            <a:ext cx="2919845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053282-7878-6DE6-D3CC-1DD8DB3C4DC5}"/>
              </a:ext>
            </a:extLst>
          </p:cNvPr>
          <p:cNvSpPr txBox="1"/>
          <p:nvPr userDrawn="1"/>
        </p:nvSpPr>
        <p:spPr>
          <a:xfrm>
            <a:off x="5949244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11FF1031-F401-86E2-5EFB-237A38ED0B03}"/>
              </a:ext>
            </a:extLst>
          </p:cNvPr>
          <p:cNvSpPr/>
          <p:nvPr userDrawn="1"/>
        </p:nvSpPr>
        <p:spPr>
          <a:xfrm>
            <a:off x="8960451" y="1328860"/>
            <a:ext cx="2919845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18849-D039-A93E-FF01-C1BBA0B37F7C}"/>
              </a:ext>
            </a:extLst>
          </p:cNvPr>
          <p:cNvSpPr txBox="1"/>
          <p:nvPr userDrawn="1"/>
        </p:nvSpPr>
        <p:spPr>
          <a:xfrm>
            <a:off x="8962109" y="1386913"/>
            <a:ext cx="2918895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5010635D-783E-B0BD-0C05-8625418E5409}"/>
              </a:ext>
            </a:extLst>
          </p:cNvPr>
          <p:cNvSpPr/>
          <p:nvPr userDrawn="1"/>
        </p:nvSpPr>
        <p:spPr>
          <a:xfrm>
            <a:off x="5935993" y="3103330"/>
            <a:ext cx="5943596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B10ABD-C702-EFFB-A9BC-1AE5686F807D}"/>
              </a:ext>
            </a:extLst>
          </p:cNvPr>
          <p:cNvSpPr txBox="1"/>
          <p:nvPr userDrawn="1"/>
        </p:nvSpPr>
        <p:spPr>
          <a:xfrm>
            <a:off x="5938635" y="3168830"/>
            <a:ext cx="5941662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 / Impact Achieved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32843D5-7108-723B-A3EE-63D41962C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854200"/>
            <a:ext cx="4730537" cy="10271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AEE2730D-7C94-8BCF-611F-DA923805F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702830"/>
            <a:ext cx="3977573" cy="15186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A7C4316D-4088-65D1-FBF0-F20F02AD0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3977573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0ECCB68-EDAF-56A8-3081-1F5386F97A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E3A1E24D-EE5B-2630-028C-D26B62257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924" y="1854200"/>
            <a:ext cx="2614613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Approach to Solve 1</a:t>
            </a:r>
          </a:p>
          <a:p>
            <a:pPr lvl="0"/>
            <a:r>
              <a:rPr lang="en-US"/>
              <a:t>Approach to Solve 2</a:t>
            </a:r>
          </a:p>
          <a:p>
            <a:pPr lvl="0"/>
            <a:r>
              <a:rPr lang="en-US"/>
              <a:t>Approach to Solve 3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C3C30C1F-BBBB-627C-F44D-DF56D99546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706892"/>
            <a:ext cx="5631537" cy="102711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/ Impact Achieved 1</a:t>
            </a:r>
          </a:p>
          <a:p>
            <a:pPr lvl="0"/>
            <a:r>
              <a:rPr lang="en-US"/>
              <a:t>Metric / Impact Achieved 2</a:t>
            </a:r>
          </a:p>
          <a:p>
            <a:pPr lvl="0"/>
            <a:r>
              <a:rPr lang="en-US"/>
              <a:t>Metric / Impact Achieved 3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E6E75977-0F58-3E78-A846-0173053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C6464819-8F0A-3596-BAFA-FF68929F34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3431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41846A0A-20DE-29CC-BA48-351C52D20F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02984" y="5713545"/>
            <a:ext cx="1624553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0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F85EF648-1B8C-E6A2-2B81-E22A872E24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75363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D015A722-8E10-8F7E-3D73-AABDF9DFF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699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1C596808-416B-BCDE-8E64-7585C46922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1754" y="5138738"/>
            <a:ext cx="1644650" cy="519112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8364345D-23F4-8B5D-A5A6-1A113987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7331889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80C297-763C-D49B-C9EC-F13221432B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537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_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5225-334E-376D-C4B8-5CA02072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5DB309-9B68-032D-E4E1-C0D27676F075}"/>
              </a:ext>
            </a:extLst>
          </p:cNvPr>
          <p:cNvSpPr/>
          <p:nvPr userDrawn="1"/>
        </p:nvSpPr>
        <p:spPr>
          <a:xfrm>
            <a:off x="4934854" y="3033693"/>
            <a:ext cx="6673566" cy="318156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7FD77D-3041-C82B-6839-816B1B6CDD66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F4B0A1-77E1-AEAE-BC41-CD54F775D5C0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AB5170-C5C4-37EC-DEE6-D33EA3422BF6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ACDE36-51CC-CC62-B73E-EFD4B2228822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  <a:solidFill>
            <a:schemeClr val="tx2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72505FE-699B-A391-EB3D-BA1FEB09EE9D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F9B5896-F065-0C72-23BC-541A68629E86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2F1466-84DF-DD0D-E395-EC0C97085F0B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024D33-2A7C-5736-CCEB-25F71580DF65}"/>
              </a:ext>
            </a:extLst>
          </p:cNvPr>
          <p:cNvSpPr/>
          <p:nvPr userDrawn="1"/>
        </p:nvSpPr>
        <p:spPr>
          <a:xfrm>
            <a:off x="4934854" y="1306383"/>
            <a:ext cx="6673566" cy="156908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A14039-CBBE-F49B-110E-628CA087D8D5}"/>
              </a:ext>
            </a:extLst>
          </p:cNvPr>
          <p:cNvSpPr/>
          <p:nvPr userDrawn="1"/>
        </p:nvSpPr>
        <p:spPr>
          <a:xfrm>
            <a:off x="622852" y="3033695"/>
            <a:ext cx="4147445" cy="3181569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0ACDC86-B800-B031-B450-D7A94B59EA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2099" y="5380383"/>
            <a:ext cx="723058" cy="64271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8DBB5E-5629-3877-C058-C882D961DFEF}"/>
              </a:ext>
            </a:extLst>
          </p:cNvPr>
          <p:cNvSpPr/>
          <p:nvPr userDrawn="1"/>
        </p:nvSpPr>
        <p:spPr>
          <a:xfrm>
            <a:off x="618900" y="1306384"/>
            <a:ext cx="4151397" cy="1569334"/>
          </a:xfrm>
          <a:prstGeom prst="roundRect">
            <a:avLst>
              <a:gd name="adj" fmla="val 28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432D9C1E-3CC8-26F8-571A-3FA2E9C28B17}"/>
              </a:ext>
            </a:extLst>
          </p:cNvPr>
          <p:cNvSpPr/>
          <p:nvPr userDrawn="1"/>
        </p:nvSpPr>
        <p:spPr>
          <a:xfrm>
            <a:off x="623357" y="1306384"/>
            <a:ext cx="4151397" cy="399763"/>
          </a:xfrm>
          <a:prstGeom prst="round2SameRect">
            <a:avLst>
              <a:gd name="adj1" fmla="val 12152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AFDFD-9051-0E83-E1F2-95E0CF42D128}"/>
              </a:ext>
            </a:extLst>
          </p:cNvPr>
          <p:cNvSpPr txBox="1"/>
          <p:nvPr userDrawn="1"/>
        </p:nvSpPr>
        <p:spPr>
          <a:xfrm>
            <a:off x="627229" y="1377185"/>
            <a:ext cx="414306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Company Highlights</a:t>
            </a:r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1E8E71C9-4BE6-D1A0-5788-57A3F8868FCE}"/>
              </a:ext>
            </a:extLst>
          </p:cNvPr>
          <p:cNvSpPr/>
          <p:nvPr userDrawn="1"/>
        </p:nvSpPr>
        <p:spPr>
          <a:xfrm>
            <a:off x="622851" y="3034224"/>
            <a:ext cx="4151397" cy="399763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99963-67EA-08FB-46EB-D4138EE80C04}"/>
              </a:ext>
            </a:extLst>
          </p:cNvPr>
          <p:cNvSpPr txBox="1"/>
          <p:nvPr userDrawn="1"/>
        </p:nvSpPr>
        <p:spPr>
          <a:xfrm>
            <a:off x="587621" y="3103301"/>
            <a:ext cx="4182676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Customer Testimonial</a:t>
            </a: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7F18D96B-8558-F3A6-B8A9-95C8AB7D2A95}"/>
              </a:ext>
            </a:extLst>
          </p:cNvPr>
          <p:cNvSpPr/>
          <p:nvPr userDrawn="1"/>
        </p:nvSpPr>
        <p:spPr>
          <a:xfrm>
            <a:off x="4937324" y="1308510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C147FA-300A-C02A-3F8F-BAE807749B37}"/>
              </a:ext>
            </a:extLst>
          </p:cNvPr>
          <p:cNvSpPr txBox="1"/>
          <p:nvPr userDrawn="1"/>
        </p:nvSpPr>
        <p:spPr>
          <a:xfrm>
            <a:off x="4939312" y="1377185"/>
            <a:ext cx="6669108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Business Challenge</a:t>
            </a:r>
          </a:p>
        </p:txBody>
      </p:sp>
      <p:sp>
        <p:nvSpPr>
          <p:cNvPr id="27" name="Round Same Side Corner Rectangle 26">
            <a:extLst>
              <a:ext uri="{FF2B5EF4-FFF2-40B4-BE49-F238E27FC236}">
                <a16:creationId xmlns:a16="http://schemas.microsoft.com/office/drawing/2014/main" id="{0EB58D37-76B0-CC4F-6961-BEE2C3D652D1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5AD22B-FA73-6BEA-78BB-1084F3699AF8}"/>
              </a:ext>
            </a:extLst>
          </p:cNvPr>
          <p:cNvSpPr txBox="1"/>
          <p:nvPr userDrawn="1"/>
        </p:nvSpPr>
        <p:spPr>
          <a:xfrm>
            <a:off x="5247599" y="3364911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Approach to Solve</a:t>
            </a: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5DAC6A7D-6E19-E0D7-8028-F90A706EB0FE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C34F57-37DC-8FB0-009A-F481F46A52BE}"/>
              </a:ext>
            </a:extLst>
          </p:cNvPr>
          <p:cNvSpPr txBox="1"/>
          <p:nvPr userDrawn="1"/>
        </p:nvSpPr>
        <p:spPr>
          <a:xfrm>
            <a:off x="7315200" y="3376436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E2E28293-9502-0BF1-ED48-AA10F31EF0BC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3A186-798B-8D22-E95A-A3A4833D2091}"/>
              </a:ext>
            </a:extLst>
          </p:cNvPr>
          <p:cNvSpPr txBox="1"/>
          <p:nvPr userDrawn="1"/>
        </p:nvSpPr>
        <p:spPr>
          <a:xfrm>
            <a:off x="9383825" y="3375834"/>
            <a:ext cx="1947707" cy="2616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28853B31-0EDD-D8F2-255E-8E7AE6922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8621" y="1778799"/>
            <a:ext cx="3882044" cy="99264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1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Company Highlights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41C8E5B8-533D-C1F2-D9B9-3C37D421F1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8622" y="3591964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6F9FF863-B258-D006-A46D-64C9E8C295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621" y="5433198"/>
            <a:ext cx="2848921" cy="44846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C69D9F7-FE7B-A2E3-BB7E-C83A26C61D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2194" y="1779588"/>
            <a:ext cx="6353519" cy="98846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Business Challenge 1</a:t>
            </a:r>
          </a:p>
          <a:p>
            <a:pPr lvl="0"/>
            <a:r>
              <a:rPr lang="en-US"/>
              <a:t>Business Challenge 2</a:t>
            </a:r>
          </a:p>
          <a:p>
            <a:pPr lvl="0"/>
            <a:r>
              <a:rPr lang="en-US"/>
              <a:t>Business Challenge 3</a:t>
            </a:r>
          </a:p>
        </p:txBody>
      </p:sp>
      <p:sp>
        <p:nvSpPr>
          <p:cNvPr id="42" name="Text Placeholder 45">
            <a:extLst>
              <a:ext uri="{FF2B5EF4-FFF2-40B4-BE49-F238E27FC236}">
                <a16:creationId xmlns:a16="http://schemas.microsoft.com/office/drawing/2014/main" id="{7A3E4FA5-158B-6AEE-68CD-D401E83AF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F8421DCB-5B1E-8FC5-54B3-C6315D81D6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72C633DC-AA26-58DE-E0AB-EF112C9361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6A8375-F6BB-4F97-7C8D-575514EEFA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56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1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4B39EC5C-1529-5E18-6C18-53AFE7A34E1F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1" y="4330521"/>
            <a:ext cx="12192000" cy="1886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41E0184-F804-3A80-D2BE-7EB4466DE203}"/>
              </a:ext>
            </a:extLst>
          </p:cNvPr>
          <p:cNvSpPr/>
          <p:nvPr userDrawn="1"/>
        </p:nvSpPr>
        <p:spPr>
          <a:xfrm>
            <a:off x="0" y="4044393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6DF2F-793C-8622-A47F-5F1DB2637E11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780BDE16-43A3-DE71-7B38-628A3E9F20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8764E3C-F7FE-2FB7-929C-0011DFEE4C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658" y="4237965"/>
            <a:ext cx="4494443" cy="11287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FA83C17-14D9-390C-BDE5-35D27E5C0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659" y="5483323"/>
            <a:ext cx="3277884" cy="25144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DA7D6-CE6F-3824-348B-97704D679378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DA3FEE-9F78-C1D7-6271-7AC8B77EBEFE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FABA401C-AF59-75B4-597A-3D7BA26D52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8820C755-D9E8-7223-E7B8-E8B80928CA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D3261-0C47-8FA7-64A6-16FD903066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697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2_Success Story">
    <p:bg>
      <p:bgPr>
        <a:solidFill>
          <a:srgbClr val="FD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BDA3-6D14-366B-DCFC-2AA56BD0D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658" y="434898"/>
            <a:ext cx="4805659" cy="468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Customer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D3E9F8-A5B4-510F-CDC0-E77B9B42E349}"/>
              </a:ext>
            </a:extLst>
          </p:cNvPr>
          <p:cNvSpPr/>
          <p:nvPr userDrawn="1"/>
        </p:nvSpPr>
        <p:spPr>
          <a:xfrm>
            <a:off x="0" y="4327267"/>
            <a:ext cx="12192000" cy="1886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C9A18-CC72-C68A-B108-36A95EEC5A92}"/>
              </a:ext>
            </a:extLst>
          </p:cNvPr>
          <p:cNvSpPr txBox="1"/>
          <p:nvPr userDrawn="1"/>
        </p:nvSpPr>
        <p:spPr>
          <a:xfrm>
            <a:off x="5957066" y="1506605"/>
            <a:ext cx="2615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Business Challenge</a:t>
            </a:r>
            <a:endParaRPr lang="en-US"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D2AB9-361A-91E7-B7FC-45187347596F}"/>
              </a:ext>
            </a:extLst>
          </p:cNvPr>
          <p:cNvSpPr txBox="1"/>
          <p:nvPr userDrawn="1"/>
        </p:nvSpPr>
        <p:spPr>
          <a:xfrm>
            <a:off x="5957066" y="2747459"/>
            <a:ext cx="2255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Solution</a:t>
            </a:r>
            <a:endParaRPr lang="en-US" sz="1200" b="1"/>
          </a:p>
        </p:txBody>
      </p:sp>
      <p:sp>
        <p:nvSpPr>
          <p:cNvPr id="24" name="Text Placeholder 45">
            <a:extLst>
              <a:ext uri="{FF2B5EF4-FFF2-40B4-BE49-F238E27FC236}">
                <a16:creationId xmlns:a16="http://schemas.microsoft.com/office/drawing/2014/main" id="{7ADC5AAC-2D38-0FD3-DCB2-DB7921FCB8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38339" y="531162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5" name="Text Placeholder 52">
            <a:extLst>
              <a:ext uri="{FF2B5EF4-FFF2-40B4-BE49-F238E27FC236}">
                <a16:creationId xmlns:a16="http://schemas.microsoft.com/office/drawing/2014/main" id="{9D5E56E5-507E-B707-8EC5-8EF2AB607D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701" y="469698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9A3E713E-ACF0-484B-6B51-E46A55A866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548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590BC44F-6A81-C807-FCD9-41B12BC3EC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9951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28" name="Text Placeholder 45">
            <a:extLst>
              <a:ext uri="{FF2B5EF4-FFF2-40B4-BE49-F238E27FC236}">
                <a16:creationId xmlns:a16="http://schemas.microsoft.com/office/drawing/2014/main" id="{4D102591-F9DF-54A0-DF3A-149FA028F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7295" y="5312182"/>
            <a:ext cx="1896387" cy="334006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 b="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Insert Highlight Metric Text</a:t>
            </a:r>
          </a:p>
        </p:txBody>
      </p:sp>
      <p:sp>
        <p:nvSpPr>
          <p:cNvPr id="29" name="Text Placeholder 52">
            <a:extLst>
              <a:ext uri="{FF2B5EF4-FFF2-40B4-BE49-F238E27FC236}">
                <a16:creationId xmlns:a16="http://schemas.microsoft.com/office/drawing/2014/main" id="{09CE6F33-BD57-047C-E00B-7E76CEEBB7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81321" y="4697549"/>
            <a:ext cx="1919847" cy="519112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XXX</a:t>
            </a:r>
          </a:p>
        </p:txBody>
      </p:sp>
      <p:sp>
        <p:nvSpPr>
          <p:cNvPr id="31" name="Text Placeholder 45">
            <a:extLst>
              <a:ext uri="{FF2B5EF4-FFF2-40B4-BE49-F238E27FC236}">
                <a16:creationId xmlns:a16="http://schemas.microsoft.com/office/drawing/2014/main" id="{920C8335-7A3B-4991-2A6A-3DC4AD2F17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80186" y="3086014"/>
            <a:ext cx="5589514" cy="838789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pic>
        <p:nvPicPr>
          <p:cNvPr id="22" name="Picture 21" descr="A group of people giving each other a high five&#10;&#10;Description automatically generated">
            <a:extLst>
              <a:ext uri="{FF2B5EF4-FFF2-40B4-BE49-F238E27FC236}">
                <a16:creationId xmlns:a16="http://schemas.microsoft.com/office/drawing/2014/main" id="{5B045634-C003-B9E3-5CC5-D0257A643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87"/>
          <a:stretch/>
        </p:blipFill>
        <p:spPr>
          <a:xfrm>
            <a:off x="0" y="4054785"/>
            <a:ext cx="5486457" cy="2058433"/>
          </a:xfrm>
          <a:custGeom>
            <a:avLst/>
            <a:gdLst>
              <a:gd name="connsiteX0" fmla="*/ 5486427 w 5486457"/>
              <a:gd name="connsiteY0" fmla="*/ 0 h 2058433"/>
              <a:gd name="connsiteX1" fmla="*/ 5486457 w 5486457"/>
              <a:gd name="connsiteY1" fmla="*/ 0 h 2058433"/>
              <a:gd name="connsiteX2" fmla="*/ 5486457 w 5486457"/>
              <a:gd name="connsiteY2" fmla="*/ 2058433 h 2058433"/>
              <a:gd name="connsiteX3" fmla="*/ 5486427 w 5486457"/>
              <a:gd name="connsiteY3" fmla="*/ 2058433 h 2058433"/>
              <a:gd name="connsiteX4" fmla="*/ 0 w 5486457"/>
              <a:gd name="connsiteY4" fmla="*/ 0 h 2058433"/>
              <a:gd name="connsiteX5" fmla="*/ 1792224 w 5486457"/>
              <a:gd name="connsiteY5" fmla="*/ 0 h 2058433"/>
              <a:gd name="connsiteX6" fmla="*/ 1984248 w 5486457"/>
              <a:gd name="connsiteY6" fmla="*/ 0 h 2058433"/>
              <a:gd name="connsiteX7" fmla="*/ 5455511 w 5486457"/>
              <a:gd name="connsiteY7" fmla="*/ 0 h 2058433"/>
              <a:gd name="connsiteX8" fmla="*/ 5060752 w 5486457"/>
              <a:gd name="connsiteY8" fmla="*/ 1555665 h 2058433"/>
              <a:gd name="connsiteX9" fmla="*/ 5015036 w 5486457"/>
              <a:gd name="connsiteY9" fmla="*/ 1732302 h 2058433"/>
              <a:gd name="connsiteX10" fmla="*/ 5010969 w 5486457"/>
              <a:gd name="connsiteY10" fmla="*/ 1746340 h 2058433"/>
              <a:gd name="connsiteX11" fmla="*/ 5006136 w 5486457"/>
              <a:gd name="connsiteY11" fmla="*/ 1759894 h 2058433"/>
              <a:gd name="connsiteX12" fmla="*/ 5000513 w 5486457"/>
              <a:gd name="connsiteY12" fmla="*/ 1772932 h 2058433"/>
              <a:gd name="connsiteX13" fmla="*/ 4994078 w 5486457"/>
              <a:gd name="connsiteY13" fmla="*/ 1785423 h 2058433"/>
              <a:gd name="connsiteX14" fmla="*/ 4986806 w 5486457"/>
              <a:gd name="connsiteY14" fmla="*/ 1797336 h 2058433"/>
              <a:gd name="connsiteX15" fmla="*/ 4978675 w 5486457"/>
              <a:gd name="connsiteY15" fmla="*/ 1808639 h 2058433"/>
              <a:gd name="connsiteX16" fmla="*/ 4969660 w 5486457"/>
              <a:gd name="connsiteY16" fmla="*/ 1819301 h 2058433"/>
              <a:gd name="connsiteX17" fmla="*/ 4959739 w 5486457"/>
              <a:gd name="connsiteY17" fmla="*/ 1829291 h 2058433"/>
              <a:gd name="connsiteX18" fmla="*/ 4948887 w 5486457"/>
              <a:gd name="connsiteY18" fmla="*/ 1838576 h 2058433"/>
              <a:gd name="connsiteX19" fmla="*/ 4937081 w 5486457"/>
              <a:gd name="connsiteY19" fmla="*/ 1847126 h 2058433"/>
              <a:gd name="connsiteX20" fmla="*/ 4924299 w 5486457"/>
              <a:gd name="connsiteY20" fmla="*/ 1854909 h 2058433"/>
              <a:gd name="connsiteX21" fmla="*/ 4910516 w 5486457"/>
              <a:gd name="connsiteY21" fmla="*/ 1861894 h 2058433"/>
              <a:gd name="connsiteX22" fmla="*/ 4895708 w 5486457"/>
              <a:gd name="connsiteY22" fmla="*/ 1868050 h 2058433"/>
              <a:gd name="connsiteX23" fmla="*/ 4879852 w 5486457"/>
              <a:gd name="connsiteY23" fmla="*/ 1873345 h 2058433"/>
              <a:gd name="connsiteX24" fmla="*/ 4862926 w 5486457"/>
              <a:gd name="connsiteY24" fmla="*/ 1877748 h 2058433"/>
              <a:gd name="connsiteX25" fmla="*/ 4844904 w 5486457"/>
              <a:gd name="connsiteY25" fmla="*/ 1881226 h 2058433"/>
              <a:gd name="connsiteX26" fmla="*/ 4825764 w 5486457"/>
              <a:gd name="connsiteY26" fmla="*/ 1883750 h 2058433"/>
              <a:gd name="connsiteX27" fmla="*/ 4805483 w 5486457"/>
              <a:gd name="connsiteY27" fmla="*/ 1885287 h 2058433"/>
              <a:gd name="connsiteX28" fmla="*/ 4784036 w 5486457"/>
              <a:gd name="connsiteY28" fmla="*/ 1885807 h 2058433"/>
              <a:gd name="connsiteX29" fmla="*/ 1984248 w 5486457"/>
              <a:gd name="connsiteY29" fmla="*/ 1885899 h 2058433"/>
              <a:gd name="connsiteX30" fmla="*/ 1984248 w 5486457"/>
              <a:gd name="connsiteY30" fmla="*/ 1886232 h 2058433"/>
              <a:gd name="connsiteX31" fmla="*/ 1792225 w 5486457"/>
              <a:gd name="connsiteY31" fmla="*/ 1886232 h 2058433"/>
              <a:gd name="connsiteX32" fmla="*/ 1792225 w 5486457"/>
              <a:gd name="connsiteY32" fmla="*/ 2058433 h 2058433"/>
              <a:gd name="connsiteX33" fmla="*/ 1792224 w 5486457"/>
              <a:gd name="connsiteY33" fmla="*/ 2058433 h 2058433"/>
              <a:gd name="connsiteX34" fmla="*/ 1792224 w 5486457"/>
              <a:gd name="connsiteY34" fmla="*/ 1886232 h 2058433"/>
              <a:gd name="connsiteX35" fmla="*/ 0 w 5486457"/>
              <a:gd name="connsiteY35" fmla="*/ 1886232 h 205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486457" h="2058433">
                <a:moveTo>
                  <a:pt x="5486427" y="0"/>
                </a:moveTo>
                <a:lnTo>
                  <a:pt x="5486457" y="0"/>
                </a:lnTo>
                <a:lnTo>
                  <a:pt x="5486457" y="2058433"/>
                </a:lnTo>
                <a:lnTo>
                  <a:pt x="5486427" y="2058433"/>
                </a:lnTo>
                <a:close/>
                <a:moveTo>
                  <a:pt x="0" y="0"/>
                </a:moveTo>
                <a:lnTo>
                  <a:pt x="1792224" y="0"/>
                </a:lnTo>
                <a:lnTo>
                  <a:pt x="1984248" y="0"/>
                </a:lnTo>
                <a:lnTo>
                  <a:pt x="5455511" y="0"/>
                </a:lnTo>
                <a:lnTo>
                  <a:pt x="5060752" y="1555665"/>
                </a:lnTo>
                <a:lnTo>
                  <a:pt x="5015036" y="1732302"/>
                </a:lnTo>
                <a:lnTo>
                  <a:pt x="5010969" y="1746340"/>
                </a:lnTo>
                <a:lnTo>
                  <a:pt x="5006136" y="1759894"/>
                </a:lnTo>
                <a:lnTo>
                  <a:pt x="5000513" y="1772932"/>
                </a:lnTo>
                <a:lnTo>
                  <a:pt x="4994078" y="1785423"/>
                </a:lnTo>
                <a:lnTo>
                  <a:pt x="4986806" y="1797336"/>
                </a:lnTo>
                <a:lnTo>
                  <a:pt x="4978675" y="1808639"/>
                </a:lnTo>
                <a:lnTo>
                  <a:pt x="4969660" y="1819301"/>
                </a:lnTo>
                <a:lnTo>
                  <a:pt x="4959739" y="1829291"/>
                </a:lnTo>
                <a:lnTo>
                  <a:pt x="4948887" y="1838576"/>
                </a:lnTo>
                <a:lnTo>
                  <a:pt x="4937081" y="1847126"/>
                </a:lnTo>
                <a:lnTo>
                  <a:pt x="4924299" y="1854909"/>
                </a:lnTo>
                <a:lnTo>
                  <a:pt x="4910516" y="1861894"/>
                </a:lnTo>
                <a:lnTo>
                  <a:pt x="4895708" y="1868050"/>
                </a:lnTo>
                <a:lnTo>
                  <a:pt x="4879852" y="1873345"/>
                </a:lnTo>
                <a:lnTo>
                  <a:pt x="4862926" y="1877748"/>
                </a:lnTo>
                <a:lnTo>
                  <a:pt x="4844904" y="1881226"/>
                </a:lnTo>
                <a:lnTo>
                  <a:pt x="4825764" y="1883750"/>
                </a:lnTo>
                <a:lnTo>
                  <a:pt x="4805483" y="1885287"/>
                </a:lnTo>
                <a:lnTo>
                  <a:pt x="4784036" y="1885807"/>
                </a:lnTo>
                <a:lnTo>
                  <a:pt x="1984248" y="1885899"/>
                </a:lnTo>
                <a:lnTo>
                  <a:pt x="1984248" y="1886232"/>
                </a:lnTo>
                <a:lnTo>
                  <a:pt x="1792225" y="1886232"/>
                </a:lnTo>
                <a:lnTo>
                  <a:pt x="1792225" y="2058433"/>
                </a:lnTo>
                <a:lnTo>
                  <a:pt x="1792224" y="2058433"/>
                </a:lnTo>
                <a:lnTo>
                  <a:pt x="1792224" y="1886232"/>
                </a:lnTo>
                <a:lnTo>
                  <a:pt x="0" y="1886232"/>
                </a:lnTo>
                <a:close/>
              </a:path>
            </a:pathLst>
          </a:custGeom>
        </p:spPr>
      </p:pic>
      <p:sp>
        <p:nvSpPr>
          <p:cNvPr id="23" name="Text Placeholder 45">
            <a:extLst>
              <a:ext uri="{FF2B5EF4-FFF2-40B4-BE49-F238E27FC236}">
                <a16:creationId xmlns:a16="http://schemas.microsoft.com/office/drawing/2014/main" id="{1233F865-FE74-3B1F-F0B1-F6F6EB93E1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86" y="1845159"/>
            <a:ext cx="5589514" cy="75802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4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0E11E0FD-4F57-035D-41A8-CE8E0C711407}"/>
              </a:ext>
            </a:extLst>
          </p:cNvPr>
          <p:cNvSpPr/>
          <p:nvPr userDrawn="1"/>
        </p:nvSpPr>
        <p:spPr>
          <a:xfrm rot="5400000">
            <a:off x="1527075" y="-164619"/>
            <a:ext cx="2432301" cy="5486458"/>
          </a:xfrm>
          <a:prstGeom prst="round2SameRect">
            <a:avLst>
              <a:gd name="adj1" fmla="val 6738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 anchorCtr="0"/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9A2566-A9E3-267D-BC9D-676ADF2BAB34}"/>
              </a:ext>
            </a:extLst>
          </p:cNvPr>
          <p:cNvSpPr txBox="1"/>
          <p:nvPr userDrawn="1"/>
        </p:nvSpPr>
        <p:spPr>
          <a:xfrm>
            <a:off x="369658" y="1506605"/>
            <a:ext cx="3047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Organization Background</a:t>
            </a:r>
            <a:endParaRPr lang="en-US" sz="1200" b="1"/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95B98870-8664-F6C5-F1FC-29A1675F62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658" y="1845159"/>
            <a:ext cx="4494443" cy="17146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Organization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5F8E2D-AECE-7B3F-CDDF-6B3F40787D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8001" y="6480787"/>
            <a:ext cx="1591023" cy="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23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mpion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C30820-651C-7BA3-A3B3-A9E38023C7A8}"/>
              </a:ext>
            </a:extLst>
          </p:cNvPr>
          <p:cNvSpPr/>
          <p:nvPr userDrawn="1"/>
        </p:nvSpPr>
        <p:spPr>
          <a:xfrm>
            <a:off x="4934854" y="3049133"/>
            <a:ext cx="6673566" cy="3166129"/>
          </a:xfrm>
          <a:prstGeom prst="roundRect">
            <a:avLst>
              <a:gd name="adj" fmla="val 193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D946BE-9F9F-1845-BA4F-3BB7588F5108}"/>
              </a:ext>
            </a:extLst>
          </p:cNvPr>
          <p:cNvSpPr/>
          <p:nvPr userDrawn="1"/>
        </p:nvSpPr>
        <p:spPr>
          <a:xfrm>
            <a:off x="5247599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64F8BF-7F5F-F42A-19C1-D8757EAB9EC4}"/>
              </a:ext>
            </a:extLst>
          </p:cNvPr>
          <p:cNvSpPr/>
          <p:nvPr userDrawn="1"/>
        </p:nvSpPr>
        <p:spPr>
          <a:xfrm>
            <a:off x="7315200" y="3310937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D4A314-ADA5-36DE-B279-C180F30E2820}"/>
              </a:ext>
            </a:extLst>
          </p:cNvPr>
          <p:cNvSpPr/>
          <p:nvPr userDrawn="1"/>
        </p:nvSpPr>
        <p:spPr>
          <a:xfrm>
            <a:off x="9382801" y="3310936"/>
            <a:ext cx="1947707" cy="2712165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C4BA87-9A4A-CFEC-1691-59238A61FC48}"/>
              </a:ext>
            </a:extLst>
          </p:cNvPr>
          <p:cNvGrpSpPr/>
          <p:nvPr userDrawn="1"/>
        </p:nvGrpSpPr>
        <p:grpSpPr>
          <a:xfrm>
            <a:off x="6013676" y="2960214"/>
            <a:ext cx="4425302" cy="169094"/>
            <a:chOff x="6013676" y="2960214"/>
            <a:chExt cx="4425302" cy="169094"/>
          </a:xfrm>
          <a:solidFill>
            <a:schemeClr val="tx2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68FF654-CF95-0914-2889-FE5FE5295F33}"/>
                </a:ext>
              </a:extLst>
            </p:cNvPr>
            <p:cNvSpPr/>
            <p:nvPr/>
          </p:nvSpPr>
          <p:spPr>
            <a:xfrm flipH="1">
              <a:off x="6013676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1DA8977-4CEB-DB06-25CF-BED585157E21}"/>
                </a:ext>
              </a:extLst>
            </p:cNvPr>
            <p:cNvSpPr/>
            <p:nvPr/>
          </p:nvSpPr>
          <p:spPr>
            <a:xfrm flipH="1">
              <a:off x="8206729" y="2966208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7AC413-DE69-EEF3-4159-B0298AAA38FC}"/>
                </a:ext>
              </a:extLst>
            </p:cNvPr>
            <p:cNvSpPr/>
            <p:nvPr/>
          </p:nvSpPr>
          <p:spPr>
            <a:xfrm flipH="1">
              <a:off x="10274330" y="2960214"/>
              <a:ext cx="164648" cy="1631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18366B-3931-C4F6-2491-FC28922F6437}"/>
              </a:ext>
            </a:extLst>
          </p:cNvPr>
          <p:cNvSpPr/>
          <p:nvPr userDrawn="1"/>
        </p:nvSpPr>
        <p:spPr>
          <a:xfrm>
            <a:off x="4934854" y="1230502"/>
            <a:ext cx="6673566" cy="1626469"/>
          </a:xfrm>
          <a:prstGeom prst="roundRect">
            <a:avLst>
              <a:gd name="adj" fmla="val 2838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B84DB1-F24D-7496-3F98-4009B6A7E428}"/>
              </a:ext>
            </a:extLst>
          </p:cNvPr>
          <p:cNvSpPr/>
          <p:nvPr userDrawn="1"/>
        </p:nvSpPr>
        <p:spPr>
          <a:xfrm>
            <a:off x="622852" y="1399571"/>
            <a:ext cx="4147445" cy="4815692"/>
          </a:xfrm>
          <a:prstGeom prst="roundRect">
            <a:avLst>
              <a:gd name="adj" fmla="val 205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FFDF4AFD-D07B-561A-AA16-CED0010891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2330" y="1783885"/>
            <a:ext cx="723058" cy="642718"/>
          </a:xfrm>
          <a:prstGeom prst="rect">
            <a:avLst/>
          </a:prstGeom>
        </p:spPr>
      </p:pic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0BF06BF8-E29D-F2BD-67A7-3DB58B1DFEA7}"/>
              </a:ext>
            </a:extLst>
          </p:cNvPr>
          <p:cNvSpPr/>
          <p:nvPr userDrawn="1"/>
        </p:nvSpPr>
        <p:spPr>
          <a:xfrm>
            <a:off x="622851" y="1230502"/>
            <a:ext cx="4151397" cy="401890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766AC-A36C-15D8-1925-503153BEEC73}"/>
              </a:ext>
            </a:extLst>
          </p:cNvPr>
          <p:cNvSpPr txBox="1"/>
          <p:nvPr userDrawn="1"/>
        </p:nvSpPr>
        <p:spPr>
          <a:xfrm>
            <a:off x="605236" y="1278221"/>
            <a:ext cx="4182676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Champion Information</a:t>
            </a:r>
          </a:p>
        </p:txBody>
      </p:sp>
      <p:sp>
        <p:nvSpPr>
          <p:cNvPr id="38" name="Round Same Side Corner Rectangle 37">
            <a:extLst>
              <a:ext uri="{FF2B5EF4-FFF2-40B4-BE49-F238E27FC236}">
                <a16:creationId xmlns:a16="http://schemas.microsoft.com/office/drawing/2014/main" id="{98EB5FFF-0C05-BBEF-B2D7-48C64F87B998}"/>
              </a:ext>
            </a:extLst>
          </p:cNvPr>
          <p:cNvSpPr/>
          <p:nvPr userDrawn="1"/>
        </p:nvSpPr>
        <p:spPr>
          <a:xfrm>
            <a:off x="4937324" y="1232629"/>
            <a:ext cx="6671279" cy="399763"/>
          </a:xfrm>
          <a:prstGeom prst="round2SameRect">
            <a:avLst>
              <a:gd name="adj1" fmla="val 8996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93F5A-3845-6DF7-3E15-AC4393A323E3}"/>
              </a:ext>
            </a:extLst>
          </p:cNvPr>
          <p:cNvSpPr txBox="1"/>
          <p:nvPr userDrawn="1"/>
        </p:nvSpPr>
        <p:spPr>
          <a:xfrm>
            <a:off x="4939312" y="1278221"/>
            <a:ext cx="666910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Testimonial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41" name="Round Same Side Corner Rectangle 40">
            <a:extLst>
              <a:ext uri="{FF2B5EF4-FFF2-40B4-BE49-F238E27FC236}">
                <a16:creationId xmlns:a16="http://schemas.microsoft.com/office/drawing/2014/main" id="{6BDF03E5-17E2-9166-9E9B-B0D67447D879}"/>
              </a:ext>
            </a:extLst>
          </p:cNvPr>
          <p:cNvSpPr/>
          <p:nvPr userDrawn="1"/>
        </p:nvSpPr>
        <p:spPr>
          <a:xfrm>
            <a:off x="5245941" y="3299411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DA34B-13C8-4BD2-81C7-5799DEB897FD}"/>
              </a:ext>
            </a:extLst>
          </p:cNvPr>
          <p:cNvSpPr txBox="1"/>
          <p:nvPr userDrawn="1"/>
        </p:nvSpPr>
        <p:spPr>
          <a:xfrm>
            <a:off x="5247599" y="3357217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Challenge</a:t>
            </a:r>
          </a:p>
        </p:txBody>
      </p:sp>
      <p:sp>
        <p:nvSpPr>
          <p:cNvPr id="43" name="Round Same Side Corner Rectangle 42">
            <a:extLst>
              <a:ext uri="{FF2B5EF4-FFF2-40B4-BE49-F238E27FC236}">
                <a16:creationId xmlns:a16="http://schemas.microsoft.com/office/drawing/2014/main" id="{F64B1CCE-B1FB-1571-5DA4-7D833413E117}"/>
              </a:ext>
            </a:extLst>
          </p:cNvPr>
          <p:cNvSpPr/>
          <p:nvPr userDrawn="1"/>
        </p:nvSpPr>
        <p:spPr>
          <a:xfrm>
            <a:off x="7313542" y="3310936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611841-F2C1-5CD8-763F-437A47ADF6FA}"/>
              </a:ext>
            </a:extLst>
          </p:cNvPr>
          <p:cNvSpPr txBox="1"/>
          <p:nvPr userDrawn="1"/>
        </p:nvSpPr>
        <p:spPr>
          <a:xfrm>
            <a:off x="7315200" y="3368742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7" name="Round Same Side Corner Rectangle 46">
            <a:extLst>
              <a:ext uri="{FF2B5EF4-FFF2-40B4-BE49-F238E27FC236}">
                <a16:creationId xmlns:a16="http://schemas.microsoft.com/office/drawing/2014/main" id="{6492E617-055B-788C-2240-D167ADB42494}"/>
              </a:ext>
            </a:extLst>
          </p:cNvPr>
          <p:cNvSpPr/>
          <p:nvPr userDrawn="1"/>
        </p:nvSpPr>
        <p:spPr>
          <a:xfrm>
            <a:off x="9382167" y="3310334"/>
            <a:ext cx="1948341" cy="399763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2C0C6A-691D-E5E8-4745-5E59E6DA0491}"/>
              </a:ext>
            </a:extLst>
          </p:cNvPr>
          <p:cNvSpPr txBox="1"/>
          <p:nvPr userDrawn="1"/>
        </p:nvSpPr>
        <p:spPr>
          <a:xfrm>
            <a:off x="9383825" y="3368140"/>
            <a:ext cx="1947707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Metrics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82D99856-AB02-8D15-5FD1-F2FC9970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60" y="434898"/>
            <a:ext cx="7402110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38D0593F-0DE1-D765-F90D-F894AE3555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0266" y="1786359"/>
            <a:ext cx="5260242" cy="54050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“Insert Testimonial”</a:t>
            </a:r>
          </a:p>
        </p:txBody>
      </p:sp>
      <p:sp>
        <p:nvSpPr>
          <p:cNvPr id="54" name="Text Placeholder 38">
            <a:extLst>
              <a:ext uri="{FF2B5EF4-FFF2-40B4-BE49-F238E27FC236}">
                <a16:creationId xmlns:a16="http://schemas.microsoft.com/office/drawing/2014/main" id="{02E8A55F-FCAA-2CD7-CB93-6412900340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0266" y="2436098"/>
            <a:ext cx="5260242" cy="2906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Name, Position Title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FFAD9EA6-50BF-AEA7-331A-F7325653FF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618" y="3835211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Challenge 1</a:t>
            </a:r>
          </a:p>
          <a:p>
            <a:pPr lvl="0"/>
            <a:r>
              <a:rPr lang="en-US"/>
              <a:t>Challenge 2</a:t>
            </a:r>
          </a:p>
          <a:p>
            <a:pPr lvl="0"/>
            <a:r>
              <a:rPr lang="en-US"/>
              <a:t>Challenge 3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16987DBD-F2CF-2EF9-A22B-4BC2EEB02A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73896" y="3828916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Solution 1</a:t>
            </a:r>
          </a:p>
          <a:p>
            <a:pPr lvl="0"/>
            <a:r>
              <a:rPr lang="en-US"/>
              <a:t>Solution 2</a:t>
            </a:r>
          </a:p>
          <a:p>
            <a:pPr lvl="0"/>
            <a:r>
              <a:rPr lang="en-US"/>
              <a:t>Solution 3</a:t>
            </a:r>
          </a:p>
        </p:txBody>
      </p:sp>
      <p:sp>
        <p:nvSpPr>
          <p:cNvPr id="59" name="Text Placeholder 45">
            <a:extLst>
              <a:ext uri="{FF2B5EF4-FFF2-40B4-BE49-F238E27FC236}">
                <a16:creationId xmlns:a16="http://schemas.microsoft.com/office/drawing/2014/main" id="{406CC546-2CD4-DA9D-E46D-5DAE04F0C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8215" y="3828314"/>
            <a:ext cx="1630993" cy="2036563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1000" b="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Metric 1</a:t>
            </a:r>
          </a:p>
          <a:p>
            <a:pPr lvl="0"/>
            <a:r>
              <a:rPr lang="en-US"/>
              <a:t>Metric 2</a:t>
            </a:r>
          </a:p>
          <a:p>
            <a:pPr lvl="0"/>
            <a:r>
              <a:rPr lang="en-US"/>
              <a:t>Metric 3</a:t>
            </a:r>
          </a:p>
        </p:txBody>
      </p:sp>
      <p:sp>
        <p:nvSpPr>
          <p:cNvPr id="60" name="Text Placeholder 38">
            <a:extLst>
              <a:ext uri="{FF2B5EF4-FFF2-40B4-BE49-F238E27FC236}">
                <a16:creationId xmlns:a16="http://schemas.microsoft.com/office/drawing/2014/main" id="{4EB4D149-B06B-610C-D6CE-98C6D11550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9249" y="3828916"/>
            <a:ext cx="3736535" cy="162951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Champion Information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186B511E-D19B-85A4-58C1-CE589484B15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249" y="1784350"/>
            <a:ext cx="1735137" cy="1817688"/>
          </a:xfrm>
          <a:solidFill>
            <a:schemeClr val="bg2">
              <a:lumMod val="50000"/>
            </a:schemeClr>
          </a:solidFill>
        </p:spPr>
        <p:txBody>
          <a:bodyPr tIns="182880" anchor="t" anchorCtr="0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Headshot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B6E9B1D-5F42-2A6B-B093-10FF7681EF7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988" y="6489389"/>
            <a:ext cx="1591023" cy="16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284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89F47-8422-4095-3F00-3DA32E1EF5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0850" y="3955261"/>
            <a:ext cx="937667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Subtitle, presenter names, and/or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DF393-13A2-29EE-764F-17874091D5E5}"/>
              </a:ext>
            </a:extLst>
          </p:cNvPr>
          <p:cNvSpPr txBox="1"/>
          <p:nvPr userDrawn="1"/>
        </p:nvSpPr>
        <p:spPr>
          <a:xfrm>
            <a:off x="450850" y="3050435"/>
            <a:ext cx="9376675" cy="757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800" b="1">
                <a:solidFill>
                  <a:srgbClr val="3F434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BA54CE2-D3A6-D7A3-F191-231E70AD3631}"/>
              </a:ext>
            </a:extLst>
          </p:cNvPr>
          <p:cNvSpPr/>
          <p:nvPr userDrawn="1"/>
        </p:nvSpPr>
        <p:spPr>
          <a:xfrm>
            <a:off x="0" y="0"/>
            <a:ext cx="12200381" cy="6858000"/>
          </a:xfrm>
          <a:custGeom>
            <a:avLst/>
            <a:gdLst/>
            <a:ahLst/>
            <a:cxnLst/>
            <a:rect l="l" t="t" r="r" b="b"/>
            <a:pathLst>
              <a:path w="10887710" h="6120130">
                <a:moveTo>
                  <a:pt x="10887621" y="0"/>
                </a:moveTo>
                <a:lnTo>
                  <a:pt x="10805960" y="88"/>
                </a:lnTo>
                <a:lnTo>
                  <a:pt x="9633064" y="4622241"/>
                </a:lnTo>
                <a:lnTo>
                  <a:pt x="9498330" y="5142826"/>
                </a:lnTo>
                <a:lnTo>
                  <a:pt x="9486342" y="5184200"/>
                </a:lnTo>
                <a:lnTo>
                  <a:pt x="9472097" y="5224147"/>
                </a:lnTo>
                <a:lnTo>
                  <a:pt x="9455526" y="5262573"/>
                </a:lnTo>
                <a:lnTo>
                  <a:pt x="9436559" y="5299388"/>
                </a:lnTo>
                <a:lnTo>
                  <a:pt x="9415128" y="5334498"/>
                </a:lnTo>
                <a:lnTo>
                  <a:pt x="9391163" y="5367810"/>
                </a:lnTo>
                <a:lnTo>
                  <a:pt x="9364595" y="5399233"/>
                </a:lnTo>
                <a:lnTo>
                  <a:pt x="9335355" y="5428674"/>
                </a:lnTo>
                <a:lnTo>
                  <a:pt x="9303372" y="5456040"/>
                </a:lnTo>
                <a:lnTo>
                  <a:pt x="9268579" y="5481239"/>
                </a:lnTo>
                <a:lnTo>
                  <a:pt x="9230906" y="5504178"/>
                </a:lnTo>
                <a:lnTo>
                  <a:pt x="9190283" y="5524765"/>
                </a:lnTo>
                <a:lnTo>
                  <a:pt x="9146641" y="5542907"/>
                </a:lnTo>
                <a:lnTo>
                  <a:pt x="9099912" y="5558512"/>
                </a:lnTo>
                <a:lnTo>
                  <a:pt x="9050025" y="5571487"/>
                </a:lnTo>
                <a:lnTo>
                  <a:pt x="8996912" y="5581739"/>
                </a:lnTo>
                <a:lnTo>
                  <a:pt x="8940503" y="5589177"/>
                </a:lnTo>
                <a:lnTo>
                  <a:pt x="8880729" y="5593708"/>
                </a:lnTo>
                <a:lnTo>
                  <a:pt x="8817521" y="5595239"/>
                </a:lnTo>
                <a:lnTo>
                  <a:pt x="0" y="5595531"/>
                </a:lnTo>
                <a:lnTo>
                  <a:pt x="0" y="6120003"/>
                </a:lnTo>
                <a:lnTo>
                  <a:pt x="10887621" y="6120003"/>
                </a:lnTo>
                <a:lnTo>
                  <a:pt x="10887621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38D56-C880-0B46-1377-64CF56B446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3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E36F7-AF31-2BE3-A46F-A457761A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11073161" cy="468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288E15-7710-0D4F-EB61-F06B32BE9457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pPr/>
              <a:t>‹#›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BFE68-DB35-EE3E-2B01-9447377F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259" y="1239253"/>
            <a:ext cx="11073161" cy="4937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10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3F434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4625" indent="-174625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32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18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8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04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890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2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E36F7-AF31-2BE3-A46F-A457761A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434898"/>
            <a:ext cx="11073161" cy="468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288E15-7710-0D4F-EB61-F06B32BE9457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2">
                    <a:lumMod val="90000"/>
                  </a:schemeClr>
                </a:solidFill>
              </a:rPr>
              <a:pPr/>
              <a:t>‹#›</a:t>
            </a:fld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BFE68-DB35-EE3E-2B01-9447377F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259" y="1239253"/>
            <a:ext cx="11073161" cy="4937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968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3F434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4625" indent="-174625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Font typeface="Arial" panose="020B0604020202020204" pitchFamily="34" charset="0"/>
        <a:buChar char="•"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32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18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8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04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89025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Char char="•"/>
        <a:defRPr sz="1200" kern="1200">
          <a:solidFill>
            <a:srgbClr val="3F434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ggaer.sharepoint.com/:f:/r/sites/Content-Marketing/Shared%20Documents/JAGGAER%20PPT%20Template%202024?csf=1&amp;web=1&amp;e=gxKzl1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0.svg"/><Relationship Id="rId7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675065-8CF1-F525-599F-4EA3A80A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59" y="2784398"/>
            <a:ext cx="11073161" cy="468351"/>
          </a:xfrm>
        </p:spPr>
        <p:txBody>
          <a:bodyPr/>
          <a:lstStyle/>
          <a:p>
            <a:r>
              <a:rPr lang="en-US" dirty="0"/>
              <a:t>Adoption Review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D0BAF-D432-9BD9-F28B-970005BEB8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2788" y="3318703"/>
            <a:ext cx="11073161" cy="468351"/>
          </a:xfrm>
        </p:spPr>
        <p:txBody>
          <a:bodyPr/>
          <a:lstStyle/>
          <a:p>
            <a:r>
              <a:rPr lang="en-US" dirty="0"/>
              <a:t>and CSM Progress Check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16</a:t>
            </a:r>
            <a:r>
              <a:rPr lang="en-US" baseline="30000" dirty="0"/>
              <a:t>th</a:t>
            </a:r>
            <a:r>
              <a:rPr lang="en-US" dirty="0"/>
              <a:t> October 2024</a:t>
            </a:r>
          </a:p>
        </p:txBody>
      </p:sp>
      <p:pic>
        <p:nvPicPr>
          <p:cNvPr id="7" name="Picture Placeholder 41" descr="A person and person in suits&#10;&#10;Description automatically generated">
            <a:extLst>
              <a:ext uri="{FF2B5EF4-FFF2-40B4-BE49-F238E27FC236}">
                <a16:creationId xmlns:a16="http://schemas.microsoft.com/office/drawing/2014/main" id="{2038367A-E397-563C-509B-3B7271D0A5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9"/>
          <a:stretch/>
        </p:blipFill>
        <p:spPr>
          <a:xfrm>
            <a:off x="8054975" y="2062163"/>
            <a:ext cx="4135438" cy="4795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F13119-4160-D8FF-2AA9-B2E8A34934F1}"/>
              </a:ext>
            </a:extLst>
          </p:cNvPr>
          <p:cNvSpPr txBox="1"/>
          <p:nvPr/>
        </p:nvSpPr>
        <p:spPr>
          <a:xfrm>
            <a:off x="12422367" y="4980563"/>
            <a:ext cx="1988957" cy="187743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i="1"/>
              <a:t>To Replace People Image: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Access the </a:t>
            </a:r>
            <a:r>
              <a:rPr lang="en-US" sz="1200" b="0">
                <a:hlinkClick r:id="rId3"/>
              </a:rPr>
              <a:t>Sample Slide Presentation on </a:t>
            </a:r>
            <a:r>
              <a:rPr lang="en-US" sz="1200" b="0" err="1">
                <a:hlinkClick r:id="rId3"/>
              </a:rPr>
              <a:t>Sharepoint</a:t>
            </a:r>
            <a:r>
              <a:rPr lang="en-US" sz="1200" b="0"/>
              <a:t> and Copy/Paste the image featuring people of your choice into your presentation.</a:t>
            </a:r>
          </a:p>
        </p:txBody>
      </p:sp>
      <p:pic>
        <p:nvPicPr>
          <p:cNvPr id="1026" name="Picture 2" descr="Network Rail Logo">
            <a:extLst>
              <a:ext uri="{FF2B5EF4-FFF2-40B4-BE49-F238E27FC236}">
                <a16:creationId xmlns:a16="http://schemas.microsoft.com/office/drawing/2014/main" id="{F6AE9025-518D-258B-393F-710FAB74D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9408"/>
            <a:ext cx="2717800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68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631855-0F54-1476-D69C-C72AA29F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765641"/>
            <a:ext cx="11073161" cy="468351"/>
          </a:xfrm>
        </p:spPr>
        <p:txBody>
          <a:bodyPr/>
          <a:lstStyle/>
          <a:p>
            <a:r>
              <a:rPr lang="en-US" sz="3200" dirty="0"/>
              <a:t>Adoption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E805F-D15C-DD46-B0C3-E598C449950F}"/>
              </a:ext>
            </a:extLst>
          </p:cNvPr>
          <p:cNvSpPr txBox="1"/>
          <p:nvPr/>
        </p:nvSpPr>
        <p:spPr>
          <a:xfrm>
            <a:off x="4366907" y="3449335"/>
            <a:ext cx="782782" cy="338747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Sourcing+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1867C-A802-A4D5-C912-446111F0D2BA}"/>
              </a:ext>
            </a:extLst>
          </p:cNvPr>
          <p:cNvSpPr txBox="1"/>
          <p:nvPr/>
        </p:nvSpPr>
        <p:spPr>
          <a:xfrm>
            <a:off x="2968711" y="2830929"/>
            <a:ext cx="1301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Products in Scope: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A132C-391F-BE87-038E-00506A783007}"/>
              </a:ext>
            </a:extLst>
          </p:cNvPr>
          <p:cNvSpPr/>
          <p:nvPr/>
        </p:nvSpPr>
        <p:spPr>
          <a:xfrm>
            <a:off x="2847468" y="2662535"/>
            <a:ext cx="5672600" cy="1332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C31B4C6-4C0D-B1B4-A5A7-C44F6DD06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4988" y="1299946"/>
            <a:ext cx="11073161" cy="468351"/>
          </a:xfrm>
        </p:spPr>
        <p:txBody>
          <a:bodyPr/>
          <a:lstStyle/>
          <a:p>
            <a:r>
              <a:rPr lang="en-US" sz="1600" dirty="0"/>
              <a:t>Network Rail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2EA2A-1836-9F9F-D17C-D348E3F44FF1}"/>
              </a:ext>
            </a:extLst>
          </p:cNvPr>
          <p:cNvSpPr txBox="1"/>
          <p:nvPr/>
        </p:nvSpPr>
        <p:spPr>
          <a:xfrm>
            <a:off x="6002751" y="3425727"/>
            <a:ext cx="922315" cy="352672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Supplier </a:t>
            </a:r>
            <a:b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</a:b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Management+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73021-C3C5-B13E-68B0-493AA789389A}"/>
              </a:ext>
            </a:extLst>
          </p:cNvPr>
          <p:cNvSpPr txBox="1"/>
          <p:nvPr/>
        </p:nvSpPr>
        <p:spPr>
          <a:xfrm>
            <a:off x="5271467" y="3449335"/>
            <a:ext cx="628365" cy="338747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Contracts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689038-90DF-03F1-A9E9-73ADD6A98B07}"/>
              </a:ext>
            </a:extLst>
          </p:cNvPr>
          <p:cNvSpPr txBox="1"/>
          <p:nvPr/>
        </p:nvSpPr>
        <p:spPr>
          <a:xfrm>
            <a:off x="7178470" y="3425727"/>
            <a:ext cx="574363" cy="352672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Adopt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ea typeface="Inter Light" panose="020B0502030000000004" pitchFamily="34" charset="0"/>
                <a:cs typeface="Arial" panose="020B0604020202020204" pitchFamily="34" charset="0"/>
              </a:rPr>
              <a:t>Premium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5D4820-F3A2-A33D-0593-52C350F2BC9E}"/>
              </a:ext>
            </a:extLst>
          </p:cNvPr>
          <p:cNvSpPr txBox="1"/>
          <p:nvPr/>
        </p:nvSpPr>
        <p:spPr>
          <a:xfrm>
            <a:off x="2772383" y="4445540"/>
            <a:ext cx="589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view to comparing performance benchmarked earlier in 2024 to today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3D9C5BB-F22F-28B7-F342-C117B8A8D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415" y="2824802"/>
            <a:ext cx="718498" cy="60092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E8C485E-5BC6-C94E-58DA-BF5285E850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1645" y="2801125"/>
            <a:ext cx="583503" cy="583503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59CEEC1-5EDC-59B7-DF83-CB8D278D139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3897" y="2787399"/>
            <a:ext cx="583503" cy="58350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CE7E860-9164-2377-47F9-CC7A58C5FB4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156" y="2787399"/>
            <a:ext cx="583503" cy="58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2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ACB3E-54DB-7977-EBED-36BADF7E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434898"/>
            <a:ext cx="9982820" cy="468351"/>
          </a:xfrm>
        </p:spPr>
        <p:txBody>
          <a:bodyPr/>
          <a:lstStyle/>
          <a:p>
            <a:r>
              <a:rPr lang="en-GB" dirty="0"/>
              <a:t>Sourcing+ Adoption Review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CA1051-770C-77F5-7E7E-4ED042A6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7" y="1320800"/>
            <a:ext cx="5252117" cy="4732601"/>
          </a:xfrm>
        </p:spPr>
        <p:txBody>
          <a:bodyPr/>
          <a:lstStyle/>
          <a:p>
            <a:r>
              <a:rPr lang="en-GB" b="0" dirty="0"/>
              <a:t>Sourcing Events (PQQs/ITTs) have </a:t>
            </a:r>
            <a:r>
              <a:rPr lang="en-GB" dirty="0"/>
              <a:t>increased every quarter in 2024</a:t>
            </a:r>
          </a:p>
          <a:p>
            <a:r>
              <a:rPr lang="en-GB" b="0" dirty="0"/>
              <a:t>Prediction of a </a:t>
            </a:r>
            <a:r>
              <a:rPr lang="en-GB" dirty="0">
                <a:solidFill>
                  <a:srgbClr val="00B050"/>
                </a:solidFill>
              </a:rPr>
              <a:t>5% increase </a:t>
            </a:r>
            <a:r>
              <a:rPr lang="en-GB" b="0" dirty="0"/>
              <a:t>over 2023</a:t>
            </a:r>
          </a:p>
          <a:p>
            <a:endParaRPr lang="en-GB" b="0" dirty="0"/>
          </a:p>
          <a:p>
            <a:r>
              <a:rPr lang="en-GB" b="0" dirty="0"/>
              <a:t>The trailblazers – </a:t>
            </a:r>
            <a:r>
              <a:rPr lang="en-GB" dirty="0"/>
              <a:t>North West &amp; Central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E8604A-A8F9-404E-1E8A-C62CF1D0A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36" y="4565995"/>
            <a:ext cx="5192169" cy="14583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024F54-1D9B-669C-4B6E-CE58AE8E0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8770"/>
            <a:ext cx="4418361" cy="469555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203C4B6-7BC2-61C1-40A4-C4CD10EFAB7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580" y="382027"/>
            <a:ext cx="845143" cy="845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2E6794-8596-E4C3-0843-BDAE982BC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3234" y="1130750"/>
            <a:ext cx="1467055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7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ACB3E-54DB-7977-EBED-36BADF7E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434898"/>
            <a:ext cx="9982820" cy="468351"/>
          </a:xfrm>
        </p:spPr>
        <p:txBody>
          <a:bodyPr/>
          <a:lstStyle/>
          <a:p>
            <a:r>
              <a:rPr lang="en-GB" dirty="0"/>
              <a:t>Sourcing+ Adoption Review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203C4B6-7BC2-61C1-40A4-C4CD10EFAB7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580" y="382027"/>
            <a:ext cx="845143" cy="845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33A8C6-6C35-FC9D-4C63-75A85888B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724" y="1120877"/>
            <a:ext cx="8258148" cy="498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ACB3E-54DB-7977-EBED-36BADF7E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900" y="434898"/>
            <a:ext cx="9995520" cy="468351"/>
          </a:xfrm>
        </p:spPr>
        <p:txBody>
          <a:bodyPr/>
          <a:lstStyle/>
          <a:p>
            <a:r>
              <a:rPr lang="en-GB" dirty="0"/>
              <a:t>Sourcing+ Adoption Review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CA1051-770C-77F5-7E7E-4ED042A6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4506912" cy="4296791"/>
          </a:xfrm>
        </p:spPr>
        <p:txBody>
          <a:bodyPr/>
          <a:lstStyle/>
          <a:p>
            <a:r>
              <a:rPr lang="en-GB" b="0" dirty="0"/>
              <a:t>NR launched a </a:t>
            </a:r>
            <a:r>
              <a:rPr lang="en-GB" dirty="0"/>
              <a:t>fast-track project template </a:t>
            </a:r>
            <a:r>
              <a:rPr lang="en-GB" b="0" dirty="0"/>
              <a:t>in May</a:t>
            </a:r>
          </a:p>
          <a:p>
            <a:r>
              <a:rPr lang="en-GB" b="0" dirty="0"/>
              <a:t>Planned </a:t>
            </a:r>
            <a:r>
              <a:rPr lang="en-GB" dirty="0"/>
              <a:t>Project template changes</a:t>
            </a:r>
            <a:r>
              <a:rPr lang="en-GB" b="0" dirty="0"/>
              <a:t> to be compliant with TPP changes next February</a:t>
            </a:r>
          </a:p>
          <a:p>
            <a:r>
              <a:rPr lang="en-GB" dirty="0"/>
              <a:t>Opportunity – </a:t>
            </a:r>
            <a:r>
              <a:rPr lang="en-GB" b="0" dirty="0"/>
              <a:t>the RFx Wizard?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BE519-6304-17FD-6D5A-4189BC89F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90" y="4500615"/>
            <a:ext cx="3296110" cy="1514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6DD130-00C7-B537-6A41-924F43E7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711" y="4519662"/>
            <a:ext cx="209579" cy="15337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3B03BC-E35F-E29B-F25B-695677638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79" y="1874415"/>
            <a:ext cx="5750949" cy="408431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6677D82-793E-586E-3A29-407D4CB5AB6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580" y="382027"/>
            <a:ext cx="845143" cy="84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3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ACB3E-54DB-7977-EBED-36BADF7E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34898"/>
            <a:ext cx="10008220" cy="468351"/>
          </a:xfrm>
        </p:spPr>
        <p:txBody>
          <a:bodyPr/>
          <a:lstStyle/>
          <a:p>
            <a:r>
              <a:rPr lang="en-GB" dirty="0"/>
              <a:t>Auction Usage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CA1051-770C-77F5-7E7E-4ED042A6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4506912" cy="4296791"/>
          </a:xfrm>
        </p:spPr>
        <p:txBody>
          <a:bodyPr/>
          <a:lstStyle/>
          <a:p>
            <a:r>
              <a:rPr lang="en-GB" b="0" dirty="0"/>
              <a:t>Auctions deliver significant value to NR</a:t>
            </a:r>
          </a:p>
          <a:p>
            <a:r>
              <a:rPr lang="en-GB" dirty="0"/>
              <a:t>24% increase so far in 2024 and predicted to be 93% total increase over 2023</a:t>
            </a:r>
          </a:p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D22700-EE52-0B9A-3359-D52E5484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88" y="4653952"/>
            <a:ext cx="5347320" cy="120121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44ACE1-8392-BF74-49D4-ACDDE10A36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580" y="382027"/>
            <a:ext cx="845143" cy="8451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A79DCB-679F-54C2-A5A0-09DE2D5EC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046" y="903249"/>
            <a:ext cx="6096851" cy="42487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65D454-21EC-F77B-1FB3-2E399EA16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609" y="5254557"/>
            <a:ext cx="183858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38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9E48-13FF-5290-BCC0-B34E0AE28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0" y="434898"/>
            <a:ext cx="9678020" cy="468351"/>
          </a:xfrm>
        </p:spPr>
        <p:txBody>
          <a:bodyPr/>
          <a:lstStyle/>
          <a:p>
            <a:r>
              <a:rPr lang="en-GB" dirty="0"/>
              <a:t>Sourcing+ - Activated Features in 2024 JAGGAER Releases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687EA-76DC-6010-5BD1-50ED35037A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JAGGAER CSM held review meetings following each release to educate and inform on the new features, with a NR specific viewpoint</a:t>
            </a:r>
          </a:p>
          <a:p>
            <a:endParaRPr lang="en-GB" dirty="0"/>
          </a:p>
          <a:p>
            <a:r>
              <a:rPr lang="en-GB" dirty="0"/>
              <a:t>Some examples of those features activated</a:t>
            </a:r>
          </a:p>
          <a:p>
            <a:pPr lvl="1"/>
            <a:r>
              <a:rPr lang="en-GB" dirty="0"/>
              <a:t>Ability to recall messages to suppliers</a:t>
            </a:r>
          </a:p>
          <a:p>
            <a:pPr lvl="1"/>
            <a:r>
              <a:rPr lang="en-GB" dirty="0"/>
              <a:t>Folder upload functionality for attachments</a:t>
            </a:r>
          </a:p>
          <a:p>
            <a:pPr lvl="1"/>
            <a:r>
              <a:rPr lang="en-GB" dirty="0"/>
              <a:t>Evaluation group setup simplification</a:t>
            </a:r>
          </a:p>
          <a:p>
            <a:pPr lvl="1"/>
            <a:r>
              <a:rPr lang="en-GB" dirty="0"/>
              <a:t>Ability to skip workflow confirmation screens in Workflow</a:t>
            </a:r>
          </a:p>
          <a:p>
            <a:pPr lvl="1"/>
            <a:endParaRPr lang="en-GB" dirty="0"/>
          </a:p>
          <a:p>
            <a:r>
              <a:rPr lang="en-GB" dirty="0"/>
              <a:t>NR launched Internal comms to highlight the value of the new features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BB5BD1-4623-99A8-A5E7-FEB31D0853E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215" y="480677"/>
            <a:ext cx="845143" cy="84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1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15123-912B-400F-71C7-31052756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34898"/>
            <a:ext cx="10008220" cy="468351"/>
          </a:xfrm>
        </p:spPr>
        <p:txBody>
          <a:bodyPr/>
          <a:lstStyle/>
          <a:p>
            <a:r>
              <a:rPr lang="en-GB" dirty="0"/>
              <a:t>Contracts Adoption Review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B97DE-A2E3-53E4-5E0A-64BE06D580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5288" y="1393736"/>
            <a:ext cx="5700712" cy="4558065"/>
          </a:xfrm>
        </p:spPr>
        <p:txBody>
          <a:bodyPr/>
          <a:lstStyle/>
          <a:p>
            <a:r>
              <a:rPr lang="en-GB" b="0" dirty="0"/>
              <a:t>New Contracts have </a:t>
            </a:r>
            <a:r>
              <a:rPr lang="en-GB" dirty="0"/>
              <a:t>increased Q1 and Q3 2024</a:t>
            </a:r>
          </a:p>
          <a:p>
            <a:r>
              <a:rPr lang="en-GB" b="0" dirty="0"/>
              <a:t>Prediction of an </a:t>
            </a:r>
            <a:r>
              <a:rPr lang="en-GB" b="0" dirty="0">
                <a:solidFill>
                  <a:srgbClr val="00B050"/>
                </a:solidFill>
              </a:rPr>
              <a:t>8</a:t>
            </a:r>
            <a:r>
              <a:rPr lang="en-GB" dirty="0">
                <a:solidFill>
                  <a:srgbClr val="00B050"/>
                </a:solidFill>
              </a:rPr>
              <a:t>% increase </a:t>
            </a:r>
            <a:r>
              <a:rPr lang="en-GB" b="0" dirty="0"/>
              <a:t>over 2023</a:t>
            </a:r>
          </a:p>
          <a:p>
            <a:r>
              <a:rPr lang="en-GB" b="0" dirty="0"/>
              <a:t>Main increase is in </a:t>
            </a:r>
            <a:r>
              <a:rPr lang="en-GB" dirty="0"/>
              <a:t>variations</a:t>
            </a:r>
            <a:endParaRPr lang="en-GB" b="0" dirty="0"/>
          </a:p>
          <a:p>
            <a:r>
              <a:rPr lang="en-GB" dirty="0"/>
              <a:t>Template use has increased every Q – </a:t>
            </a:r>
            <a:r>
              <a:rPr lang="en-GB" b="0" dirty="0"/>
              <a:t>58% in Q3 2024 – still an opportunity to increase RFx becoming a contract</a:t>
            </a:r>
            <a:endParaRPr lang="en-GB" dirty="0"/>
          </a:p>
          <a:p>
            <a:r>
              <a:rPr lang="en-GB" dirty="0" err="1"/>
              <a:t>Docusign</a:t>
            </a:r>
            <a:r>
              <a:rPr lang="en-GB" dirty="0"/>
              <a:t> has increased every Q – </a:t>
            </a:r>
            <a:r>
              <a:rPr lang="en-GB" b="0" dirty="0"/>
              <a:t>77% in Q3 2024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14B8C1C-13F8-47B8-1AA0-5447BB8B03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580" y="382027"/>
            <a:ext cx="845143" cy="84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2392E6-89C9-998A-E4F6-A4DA17386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1393736"/>
            <a:ext cx="5842000" cy="1119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9173C1-C705-68A3-3F6F-9710C84FE8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0925"/>
          <a:stretch/>
        </p:blipFill>
        <p:spPr>
          <a:xfrm>
            <a:off x="7132048" y="4689509"/>
            <a:ext cx="4220164" cy="955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9252F3-A6F1-AC5A-92A4-03A33341D4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961"/>
          <a:stretch/>
        </p:blipFill>
        <p:spPr>
          <a:xfrm>
            <a:off x="7106648" y="5654709"/>
            <a:ext cx="4220164" cy="2970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41F793-D22C-3934-FB6F-76DB4E1F2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7190" y="2723617"/>
            <a:ext cx="2805419" cy="1679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5F8906-1973-8073-DEFE-FA20DC919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1886" y="1080898"/>
            <a:ext cx="4496427" cy="247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13A7AA-C5B4-C419-9105-0B780CDB89F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831" r="19914" b="2549"/>
          <a:stretch/>
        </p:blipFill>
        <p:spPr>
          <a:xfrm>
            <a:off x="2444501" y="4499277"/>
            <a:ext cx="2185865" cy="17041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A2D33C-3B60-9A52-6074-2E7608D989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1717" t="2264" r="937" b="67429"/>
          <a:stretch/>
        </p:blipFill>
        <p:spPr>
          <a:xfrm>
            <a:off x="4805393" y="4499277"/>
            <a:ext cx="940482" cy="111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3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1E2A-3CFE-40FD-91F2-6E9D976A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328" y="434898"/>
            <a:ext cx="10227092" cy="468351"/>
          </a:xfrm>
        </p:spPr>
        <p:txBody>
          <a:bodyPr/>
          <a:lstStyle/>
          <a:p>
            <a:r>
              <a:rPr lang="en-GB" dirty="0"/>
              <a:t>Adopt Premium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882D4-E804-0C00-0867-FF823A60A8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756610"/>
            <a:ext cx="6099276" cy="4296791"/>
          </a:xfrm>
        </p:spPr>
        <p:txBody>
          <a:bodyPr/>
          <a:lstStyle/>
          <a:p>
            <a:r>
              <a:rPr lang="en-GB" dirty="0"/>
              <a:t>TPP was discussed to be the catalyst to get started with the first Adopt guides in production</a:t>
            </a:r>
          </a:p>
          <a:p>
            <a:endParaRPr lang="en-GB" dirty="0"/>
          </a:p>
          <a:p>
            <a:r>
              <a:rPr lang="en-GB" dirty="0"/>
              <a:t>Also, around the rebrand and relaunch</a:t>
            </a:r>
          </a:p>
          <a:p>
            <a:endParaRPr lang="en-GB" dirty="0"/>
          </a:p>
          <a:p>
            <a:r>
              <a:rPr lang="en-GB" dirty="0"/>
              <a:t>New plan to be discussed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A5B8CB-7DF7-BC0E-2FAB-6E3CE64D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553" y="2327437"/>
            <a:ext cx="4691310" cy="2711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06B17E-F922-0290-766E-6BB9A9F9D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32" y="366388"/>
            <a:ext cx="1047896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46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11DB-F3C0-2D8A-FCCA-EFAEE4BE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Success Plan -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43A02-F079-F441-0AA0-726A539C08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2024 into 2025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559434-4E50-78CA-DDDE-10B821DEC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053013"/>
              </p:ext>
            </p:extLst>
          </p:nvPr>
        </p:nvGraphicFramePr>
        <p:xfrm>
          <a:off x="995498" y="1816488"/>
          <a:ext cx="10356645" cy="3571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898">
                  <a:extLst>
                    <a:ext uri="{9D8B030D-6E8A-4147-A177-3AD203B41FA5}">
                      <a16:colId xmlns:a16="http://schemas.microsoft.com/office/drawing/2014/main" val="3768706057"/>
                    </a:ext>
                  </a:extLst>
                </a:gridCol>
                <a:gridCol w="1130898">
                  <a:extLst>
                    <a:ext uri="{9D8B030D-6E8A-4147-A177-3AD203B41FA5}">
                      <a16:colId xmlns:a16="http://schemas.microsoft.com/office/drawing/2014/main" val="1621647712"/>
                    </a:ext>
                  </a:extLst>
                </a:gridCol>
                <a:gridCol w="2098114">
                  <a:extLst>
                    <a:ext uri="{9D8B030D-6E8A-4147-A177-3AD203B41FA5}">
                      <a16:colId xmlns:a16="http://schemas.microsoft.com/office/drawing/2014/main" val="3282008486"/>
                    </a:ext>
                  </a:extLst>
                </a:gridCol>
                <a:gridCol w="5996735">
                  <a:extLst>
                    <a:ext uri="{9D8B030D-6E8A-4147-A177-3AD203B41FA5}">
                      <a16:colId xmlns:a16="http://schemas.microsoft.com/office/drawing/2014/main" val="533025241"/>
                    </a:ext>
                  </a:extLst>
                </a:gridCol>
              </a:tblGrid>
              <a:tr h="370992">
                <a:tc>
                  <a:txBody>
                    <a:bodyPr/>
                    <a:lstStyle/>
                    <a:p>
                      <a:r>
                        <a:rPr lang="en-GB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Objective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41277"/>
                  </a:ext>
                </a:extLst>
              </a:tr>
              <a:tr h="640343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Post contract reporting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Report on KPIs and Contract performance using Scorecards in JAGGAER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28117"/>
                  </a:ext>
                </a:extLst>
              </a:tr>
              <a:tr h="18263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Complete the Rebrand and Relaunch</a:t>
                      </a:r>
                      <a:endParaRPr lang="en-US" b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/>
                        <a:t>Agree timeframe for JAGGAER PS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359755"/>
                  </a:ext>
                </a:extLst>
              </a:tr>
              <a:tr h="236431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Take JAGGAER Adopt into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63871"/>
                  </a:ext>
                </a:extLst>
              </a:tr>
              <a:tr h="640343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TPP Regulation Changes </a:t>
                      </a:r>
                      <a:r>
                        <a:rPr lang="en-GB" dirty="0"/>
                        <a:t>– Inform and support through the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860405"/>
                  </a:ext>
                </a:extLst>
              </a:tr>
              <a:tr h="640343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Others?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884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3052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2024 JAGGAER">
      <a:dk1>
        <a:srgbClr val="3F434F"/>
      </a:dk1>
      <a:lt1>
        <a:srgbClr val="FFFFFF"/>
      </a:lt1>
      <a:dk2>
        <a:srgbClr val="3F434F"/>
      </a:dk2>
      <a:lt2>
        <a:srgbClr val="D9D9DC"/>
      </a:lt2>
      <a:accent1>
        <a:srgbClr val="4D8193"/>
      </a:accent1>
      <a:accent2>
        <a:srgbClr val="DCC379"/>
      </a:accent2>
      <a:accent3>
        <a:srgbClr val="D22438"/>
      </a:accent3>
      <a:accent4>
        <a:srgbClr val="13234E"/>
      </a:accent4>
      <a:accent5>
        <a:srgbClr val="558156"/>
      </a:accent5>
      <a:accent6>
        <a:srgbClr val="574941"/>
      </a:accent6>
      <a:hlink>
        <a:srgbClr val="64B5F6"/>
      </a:hlink>
      <a:folHlink>
        <a:srgbClr val="AD85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JAGGAER Colors">
      <a:dk1>
        <a:srgbClr val="3F434F"/>
      </a:dk1>
      <a:lt1>
        <a:srgbClr val="FFFFFF"/>
      </a:lt1>
      <a:dk2>
        <a:srgbClr val="4D8193"/>
      </a:dk2>
      <a:lt2>
        <a:srgbClr val="D9D9DC"/>
      </a:lt2>
      <a:accent1>
        <a:srgbClr val="D22438"/>
      </a:accent1>
      <a:accent2>
        <a:srgbClr val="DCC379"/>
      </a:accent2>
      <a:accent3>
        <a:srgbClr val="4D8193"/>
      </a:accent3>
      <a:accent4>
        <a:srgbClr val="574941"/>
      </a:accent4>
      <a:accent5>
        <a:srgbClr val="13234E"/>
      </a:accent5>
      <a:accent6>
        <a:srgbClr val="558156"/>
      </a:accent6>
      <a:hlink>
        <a:srgbClr val="64B5F6"/>
      </a:hlink>
      <a:folHlink>
        <a:srgbClr val="AD85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db62c4-0963-4222-b922-0ce5fbb2b3ba">
      <Terms xmlns="http://schemas.microsoft.com/office/infopath/2007/PartnerControls"/>
    </lcf76f155ced4ddcb4097134ff3c332f>
    <TaxCatchAll xmlns="53eb39f4-33c6-453d-b7f2-25047aa3e654" xsi:nil="true"/>
    <Typeofpresentation xmlns="d6db62c4-0963-4222-b922-0ce5fbb2b3b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3787B3-2AA1-4077-9A30-92F922D2D7E4}">
  <ds:schemaRefs>
    <ds:schemaRef ds:uri="http://schemas.microsoft.com/office/2006/metadata/properties"/>
    <ds:schemaRef ds:uri="http://schemas.microsoft.com/office/infopath/2007/PartnerControls"/>
    <ds:schemaRef ds:uri="90c89840-3c46-4c91-9132-8b916ad294d4"/>
    <ds:schemaRef ds:uri="5ac716d2-22cb-4409-b089-9a1b799d5eeb"/>
  </ds:schemaRefs>
</ds:datastoreItem>
</file>

<file path=customXml/itemProps2.xml><?xml version="1.0" encoding="utf-8"?>
<ds:datastoreItem xmlns:ds="http://schemas.openxmlformats.org/officeDocument/2006/customXml" ds:itemID="{E3B4801B-19B2-48FD-9E52-CE30FBFB1E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D813B5-CD4C-4AEA-9D51-C3ECC12C6D38}"/>
</file>

<file path=docProps/app.xml><?xml version="1.0" encoding="utf-8"?>
<Properties xmlns="http://schemas.openxmlformats.org/officeDocument/2006/extended-properties" xmlns:vt="http://schemas.openxmlformats.org/officeDocument/2006/docPropsVTypes">
  <TotalTime>27175</TotalTime>
  <Words>372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Inter Semi Bold</vt:lpstr>
      <vt:lpstr>1_Office Theme</vt:lpstr>
      <vt:lpstr>2_Office Theme</vt:lpstr>
      <vt:lpstr>Adoption Review</vt:lpstr>
      <vt:lpstr>Adoption Review</vt:lpstr>
      <vt:lpstr>Sourcing+ Adoption Review</vt:lpstr>
      <vt:lpstr>Sourcing+ Adoption Review</vt:lpstr>
      <vt:lpstr>Sourcing+ Adoption Review</vt:lpstr>
      <vt:lpstr>Auction Usage</vt:lpstr>
      <vt:lpstr>Sourcing+ - Activated Features in 2024 JAGGAER Releases</vt:lpstr>
      <vt:lpstr>Contracts Adoption Review</vt:lpstr>
      <vt:lpstr>Adopt Premium</vt:lpstr>
      <vt:lpstr>Success Plan -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Performance Review</dc:title>
  <dc:creator>Brent Loree</dc:creator>
  <cp:lastModifiedBy>James Taylor-Pyett</cp:lastModifiedBy>
  <cp:revision>4</cp:revision>
  <dcterms:created xsi:type="dcterms:W3CDTF">2024-05-07T19:35:14Z</dcterms:created>
  <dcterms:modified xsi:type="dcterms:W3CDTF">2025-02-28T09:51:39Z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