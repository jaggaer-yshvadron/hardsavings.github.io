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2" r:id="rId3"/>
    <p:sldMasterId id="2147483704" r:id="rId4"/>
  </p:sldMasterIdLst>
  <p:sldIdLst>
    <p:sldId id="256" r:id="rId5"/>
    <p:sldId id="2147480592" r:id="rId6"/>
    <p:sldId id="259" r:id="rId7"/>
    <p:sldId id="257" r:id="rId8"/>
    <p:sldId id="214748059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88C2-EE1A-37DD-3841-22A1EA5C0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EDA4D-F4AF-C0F5-AF2B-D04745E47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84083-EC9C-CE0B-20EE-A9FA7A7D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200D0-0F2F-832F-928F-C12DA08E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91CBF-3C5D-A072-02BB-5247D7AC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8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DC2C-2673-B54F-C639-61F6A5DE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1E223-B129-D9BB-4879-5F5958277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DE566-2859-D199-17BF-FC458E8B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C5A1-413B-96F7-79D9-EE3673F4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7EAD-A407-7756-5684-72B6BE5C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2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5579-D044-C776-E119-27E8F31C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9A92D-5B6C-0B07-FC33-AB03BDEEC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A2559-5CF3-575F-EF41-78CC17D1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C70FA-9251-5FB4-5848-A65BA5E4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C8C37-1272-6DE2-2B72-C9C0681E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7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4971-3831-7FF6-A042-F45017A8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24539-F34C-7A9D-49D2-545FF29B9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38664-76E5-763A-EF3A-6AC261455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F2FD-B686-241B-AD4F-A72DBADD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7BE01-CC52-B222-6AE6-813E95C1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A42D2-BED7-7C2F-8DD2-C4133786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C4D6-C41F-1A69-2B36-F7614706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0C63C-A606-C515-D0F8-B80F4F09D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87E52-AFE9-3B70-DAEE-3D6889A00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6722A-2F8D-2D64-3D21-946A31F2B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882-000F-122A-4113-E9D314180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A2B87-4085-8B5D-1F7F-7B862C12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8FF85E-7651-B9CB-BC98-1A98527A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6A513-408F-9CD6-4FFA-EDFAE3DC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9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CDAC-C86F-99FF-428D-C354E947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6FB31-D4AE-FD85-C502-D15AED6D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7C4B4-6B00-D2FB-DB2D-5650CEED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08F96-1122-7518-568B-89DD9E6F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2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494E6-3BA7-BB88-6C6D-D3088D3A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262D1-E3C0-76F5-0804-6690A15A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56B42-43C3-B17E-32C0-100A83AF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0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F381-56D6-7259-A2DA-52CAC9DA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6060-A519-65C8-1DB6-3ACAE328E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68891-3096-264A-EC1F-0C46CB6BF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A398F-3A04-64A2-B4E9-562F756A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1EB84-309C-2F4E-E4DA-3935B573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4CA4F-2EEE-523C-4415-8C762BC6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1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5F7A-770A-CADB-505A-CB27BF80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89D3B-CF86-6065-1C7C-CCA02EE14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D7113-A40A-7A02-E5D7-67D5FA09C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54DDF-9FD4-59AC-3A1E-55359E7D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B7AE7-F9BE-4A4B-1590-EC3CCB43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7DD25-3F2A-6A29-C35E-85845B1D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2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0B0C-DB5F-E0B6-6DDE-100F7DFD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9DBC1-8A24-845A-70A6-7BF169803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57B40-95B4-5D7F-9985-A5641514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4A60B-B807-F0DA-7CE9-F3596C4A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2E11C-0EFF-E8CF-CAC8-B64E449E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5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145D94-7112-8D4D-7908-B26A8C418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A09FA-70CE-D6F2-DDCE-2622237C8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AD6B0-E154-A1BB-9C74-7B0FAC15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20C1F-F76F-6051-9EA1-51C03D74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38FA-D281-6F6C-9EB8-23C9DA4E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10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976FBA-51A1-B173-4C36-323DE3ED583C}"/>
              </a:ext>
            </a:extLst>
          </p:cNvPr>
          <p:cNvSpPr>
            <a:spLocks/>
          </p:cNvSpPr>
          <p:nvPr userDrawn="1"/>
        </p:nvSpPr>
        <p:spPr>
          <a:xfrm>
            <a:off x="-7937" y="-24609"/>
            <a:ext cx="7461351" cy="6881019"/>
          </a:xfrm>
          <a:custGeom>
            <a:avLst/>
            <a:gdLst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355946 w 11503021"/>
              <a:gd name="connsiteY5" fmla="*/ 5323147 h 5328149"/>
              <a:gd name="connsiteX6" fmla="*/ 0 w 11503021"/>
              <a:gd name="connsiteY6" fmla="*/ 5328149 h 5328149"/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5751511 w 11503021"/>
              <a:gd name="connsiteY5" fmla="*/ 5307019 h 5328149"/>
              <a:gd name="connsiteX6" fmla="*/ 355946 w 11503021"/>
              <a:gd name="connsiteY6" fmla="*/ 5323147 h 5328149"/>
              <a:gd name="connsiteX7" fmla="*/ 0 w 11503021"/>
              <a:gd name="connsiteY7" fmla="*/ 5328149 h 5328149"/>
              <a:gd name="connsiteX8" fmla="*/ 0 w 11503021"/>
              <a:gd name="connsiteY8" fmla="*/ 0 h 5328149"/>
              <a:gd name="connsiteX0" fmla="*/ 0 w 11503021"/>
              <a:gd name="connsiteY0" fmla="*/ 9904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9" fmla="*/ 0 w 11503021"/>
              <a:gd name="connsiteY9" fmla="*/ 9904 h 5338053"/>
              <a:gd name="connsiteX0" fmla="*/ 0 w 11503021"/>
              <a:gd name="connsiteY0" fmla="*/ 5338053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0" fmla="*/ 0 w 11147075"/>
              <a:gd name="connsiteY0" fmla="*/ 5333051 h 5333051"/>
              <a:gd name="connsiteX1" fmla="*/ 5405357 w 11147075"/>
              <a:gd name="connsiteY1" fmla="*/ 0 h 5333051"/>
              <a:gd name="connsiteX2" fmla="*/ 11147075 w 11147075"/>
              <a:gd name="connsiteY2" fmla="*/ 9904 h 5333051"/>
              <a:gd name="connsiteX3" fmla="*/ 11104167 w 11147075"/>
              <a:gd name="connsiteY3" fmla="*/ 181648 h 5333051"/>
              <a:gd name="connsiteX4" fmla="*/ 9870768 w 11147075"/>
              <a:gd name="connsiteY4" fmla="*/ 5039129 h 5333051"/>
              <a:gd name="connsiteX5" fmla="*/ 9664646 w 11147075"/>
              <a:gd name="connsiteY5" fmla="*/ 5304223 h 5333051"/>
              <a:gd name="connsiteX6" fmla="*/ 5395565 w 11147075"/>
              <a:gd name="connsiteY6" fmla="*/ 5316923 h 5333051"/>
              <a:gd name="connsiteX7" fmla="*/ 0 w 11147075"/>
              <a:gd name="connsiteY7" fmla="*/ 5333051 h 5333051"/>
              <a:gd name="connsiteX0" fmla="*/ 0 w 5751510"/>
              <a:gd name="connsiteY0" fmla="*/ 5316923 h 5316923"/>
              <a:gd name="connsiteX1" fmla="*/ 9792 w 5751510"/>
              <a:gd name="connsiteY1" fmla="*/ 0 h 5316923"/>
              <a:gd name="connsiteX2" fmla="*/ 5751510 w 5751510"/>
              <a:gd name="connsiteY2" fmla="*/ 9904 h 5316923"/>
              <a:gd name="connsiteX3" fmla="*/ 5708602 w 5751510"/>
              <a:gd name="connsiteY3" fmla="*/ 181648 h 5316923"/>
              <a:gd name="connsiteX4" fmla="*/ 4475203 w 5751510"/>
              <a:gd name="connsiteY4" fmla="*/ 5039129 h 5316923"/>
              <a:gd name="connsiteX5" fmla="*/ 4269081 w 5751510"/>
              <a:gd name="connsiteY5" fmla="*/ 5304223 h 5316923"/>
              <a:gd name="connsiteX6" fmla="*/ 0 w 5751510"/>
              <a:gd name="connsiteY6" fmla="*/ 5316923 h 5316923"/>
              <a:gd name="connsiteX0" fmla="*/ 1224 w 5752734"/>
              <a:gd name="connsiteY0" fmla="*/ 5315087 h 5315087"/>
              <a:gd name="connsiteX1" fmla="*/ 0 w 5752734"/>
              <a:gd name="connsiteY1" fmla="*/ 0 h 5315087"/>
              <a:gd name="connsiteX2" fmla="*/ 5752734 w 5752734"/>
              <a:gd name="connsiteY2" fmla="*/ 8068 h 5315087"/>
              <a:gd name="connsiteX3" fmla="*/ 5709826 w 5752734"/>
              <a:gd name="connsiteY3" fmla="*/ 179812 h 5315087"/>
              <a:gd name="connsiteX4" fmla="*/ 4476427 w 5752734"/>
              <a:gd name="connsiteY4" fmla="*/ 5037293 h 5315087"/>
              <a:gd name="connsiteX5" fmla="*/ 4270305 w 5752734"/>
              <a:gd name="connsiteY5" fmla="*/ 5302387 h 5315087"/>
              <a:gd name="connsiteX6" fmla="*/ 1224 w 5752734"/>
              <a:gd name="connsiteY6" fmla="*/ 5315087 h 5315087"/>
              <a:gd name="connsiteX0" fmla="*/ 6120 w 5752734"/>
              <a:gd name="connsiteY0" fmla="*/ 5305295 h 5305295"/>
              <a:gd name="connsiteX1" fmla="*/ 0 w 5752734"/>
              <a:gd name="connsiteY1" fmla="*/ 0 h 5305295"/>
              <a:gd name="connsiteX2" fmla="*/ 5752734 w 5752734"/>
              <a:gd name="connsiteY2" fmla="*/ 8068 h 5305295"/>
              <a:gd name="connsiteX3" fmla="*/ 5709826 w 5752734"/>
              <a:gd name="connsiteY3" fmla="*/ 179812 h 5305295"/>
              <a:gd name="connsiteX4" fmla="*/ 4476427 w 5752734"/>
              <a:gd name="connsiteY4" fmla="*/ 5037293 h 5305295"/>
              <a:gd name="connsiteX5" fmla="*/ 4270305 w 5752734"/>
              <a:gd name="connsiteY5" fmla="*/ 5302387 h 5305295"/>
              <a:gd name="connsiteX6" fmla="*/ 6120 w 5752734"/>
              <a:gd name="connsiteY6" fmla="*/ 5305295 h 530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2734" h="5305295">
                <a:moveTo>
                  <a:pt x="6120" y="5305295"/>
                </a:moveTo>
                <a:lnTo>
                  <a:pt x="0" y="0"/>
                </a:lnTo>
                <a:lnTo>
                  <a:pt x="5752734" y="8068"/>
                </a:lnTo>
                <a:lnTo>
                  <a:pt x="5709826" y="179812"/>
                </a:lnTo>
                <a:cubicBezTo>
                  <a:pt x="5315404" y="1756422"/>
                  <a:pt x="4660302" y="4325075"/>
                  <a:pt x="4476427" y="5037293"/>
                </a:cubicBezTo>
                <a:cubicBezTo>
                  <a:pt x="4434163" y="5198793"/>
                  <a:pt x="4385431" y="5300775"/>
                  <a:pt x="4270305" y="5302387"/>
                </a:cubicBezTo>
                <a:lnTo>
                  <a:pt x="6120" y="5305295"/>
                </a:lnTo>
                <a:close/>
              </a:path>
            </a:pathLst>
          </a:custGeom>
          <a:solidFill>
            <a:schemeClr val="tx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S">
              <a:solidFill>
                <a:srgbClr val="E1C56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3CAE-9FD5-2DFB-D3D9-B2E61FF6F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449466"/>
            <a:ext cx="3900332" cy="4007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6EE748-E418-468F-9C7E-4E9148E945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1" y="1437506"/>
            <a:ext cx="5600700" cy="1859609"/>
          </a:xfrm>
        </p:spPr>
        <p:txBody>
          <a:bodyPr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9F492-4B76-4A31-8DA2-FE60C11FFA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297115"/>
            <a:ext cx="5263662" cy="1116623"/>
          </a:xfrm>
        </p:spPr>
        <p:txBody>
          <a:bodyPr/>
          <a:lstStyle>
            <a:lvl1pPr marL="0" indent="0" algn="l">
              <a:buNone/>
              <a:defRPr sz="32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6F7176E-06A6-D65E-2008-546B5FB7AC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5296120"/>
            <a:ext cx="2936875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Arial 24pt </a:t>
            </a:r>
            <a:endParaRPr lang="LID4096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7F6B689-C685-5EDC-021F-D3C2231EF1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5793177"/>
            <a:ext cx="2393080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Arial 24pt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5291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53134"/>
            <a:ext cx="9376675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452987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B1118800-9BD9-8836-3312-3225FFD747E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C1119-71D6-3483-1752-46C04CC986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27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+ Image">
    <p:bg>
      <p:bgPr>
        <a:solidFill>
          <a:schemeClr val="bg1">
            <a:lumMod val="95000"/>
            <a:alpha val="4524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A8A80B-393E-118B-B6FC-3D3E59F07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82411"/>
          </a:xfrm>
          <a:solidFill>
            <a:schemeClr val="bg2">
              <a:lumMod val="90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76" y="4615559"/>
            <a:ext cx="11045324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7076" y="5315413"/>
            <a:ext cx="11045324" cy="6728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32C47-5C2F-E6E9-073A-5D76261C1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44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8">
            <a:extLst>
              <a:ext uri="{FF2B5EF4-FFF2-40B4-BE49-F238E27FC236}">
                <a16:creationId xmlns:a16="http://schemas.microsoft.com/office/drawing/2014/main" id="{C4DC8BC1-06FB-6B92-31F2-5E6D9EDA9D90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</p:spTree>
    <p:extLst>
      <p:ext uri="{BB962C8B-B14F-4D97-AF65-F5344CB8AC3E}">
        <p14:creationId xmlns:p14="http://schemas.microsoft.com/office/powerpoint/2010/main" val="4292984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bg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C9088-2699-5792-4008-0398BF0F51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90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DDDFC-84F9-10F6-64EB-B3938179E5C4}"/>
              </a:ext>
            </a:extLst>
          </p:cNvPr>
          <p:cNvSpPr/>
          <p:nvPr userDrawn="1"/>
        </p:nvSpPr>
        <p:spPr>
          <a:xfrm>
            <a:off x="534988" y="1720462"/>
            <a:ext cx="1413819" cy="1048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#3F434F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1FCCC-25A0-985E-9192-4F9806B04497}"/>
              </a:ext>
            </a:extLst>
          </p:cNvPr>
          <p:cNvSpPr/>
          <p:nvPr userDrawn="1"/>
        </p:nvSpPr>
        <p:spPr>
          <a:xfrm>
            <a:off x="2144924" y="1720462"/>
            <a:ext cx="1413819" cy="10484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#4D8194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99A24-2035-8918-20DA-6218A4CCB5DE}"/>
              </a:ext>
            </a:extLst>
          </p:cNvPr>
          <p:cNvSpPr/>
          <p:nvPr userDrawn="1"/>
        </p:nvSpPr>
        <p:spPr>
          <a:xfrm>
            <a:off x="3754860" y="1720462"/>
            <a:ext cx="1413819" cy="1048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#DCC479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7BD3B-097C-23F3-FA25-F5B8DD8E73B6}"/>
              </a:ext>
            </a:extLst>
          </p:cNvPr>
          <p:cNvSpPr/>
          <p:nvPr userDrawn="1"/>
        </p:nvSpPr>
        <p:spPr>
          <a:xfrm>
            <a:off x="5364795" y="1720462"/>
            <a:ext cx="1413819" cy="1048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#D22428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C0EE6-BDFB-37FC-C414-6F8FE4CD6D24}"/>
              </a:ext>
            </a:extLst>
          </p:cNvPr>
          <p:cNvSpPr/>
          <p:nvPr userDrawn="1"/>
        </p:nvSpPr>
        <p:spPr>
          <a:xfrm>
            <a:off x="6974730" y="1720462"/>
            <a:ext cx="1413819" cy="10484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#13234E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66A85-97A7-DF40-562C-662EACEBD5E5}"/>
              </a:ext>
            </a:extLst>
          </p:cNvPr>
          <p:cNvSpPr/>
          <p:nvPr userDrawn="1"/>
        </p:nvSpPr>
        <p:spPr>
          <a:xfrm>
            <a:off x="8584665" y="1720462"/>
            <a:ext cx="1413819" cy="1048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#558156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F2BEB-AE68-895D-4456-1E36040EFD72}"/>
              </a:ext>
            </a:extLst>
          </p:cNvPr>
          <p:cNvSpPr/>
          <p:nvPr userDrawn="1"/>
        </p:nvSpPr>
        <p:spPr>
          <a:xfrm>
            <a:off x="10194601" y="1720462"/>
            <a:ext cx="1413819" cy="10484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#574941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CC1AD-841A-229F-A65B-5D0E4E11898B}"/>
              </a:ext>
            </a:extLst>
          </p:cNvPr>
          <p:cNvSpPr/>
          <p:nvPr userDrawn="1"/>
        </p:nvSpPr>
        <p:spPr>
          <a:xfrm>
            <a:off x="534988" y="2768656"/>
            <a:ext cx="1413819" cy="10484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#696972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EB5B6-B988-4182-CA3E-664F0D407B97}"/>
              </a:ext>
            </a:extLst>
          </p:cNvPr>
          <p:cNvSpPr/>
          <p:nvPr userDrawn="1"/>
        </p:nvSpPr>
        <p:spPr>
          <a:xfrm>
            <a:off x="2144923" y="2768655"/>
            <a:ext cx="1413819" cy="10484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#8EB6C4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F6707-EBE0-78A8-913D-251DD774FC69}"/>
              </a:ext>
            </a:extLst>
          </p:cNvPr>
          <p:cNvSpPr/>
          <p:nvPr userDrawn="1"/>
        </p:nvSpPr>
        <p:spPr>
          <a:xfrm>
            <a:off x="3754858" y="2768655"/>
            <a:ext cx="1413819" cy="10484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#EADBAF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A37D-B9D8-DD25-A283-B0664023C5C1}"/>
              </a:ext>
            </a:extLst>
          </p:cNvPr>
          <p:cNvSpPr/>
          <p:nvPr userDrawn="1"/>
        </p:nvSpPr>
        <p:spPr>
          <a:xfrm>
            <a:off x="5364792" y="2768655"/>
            <a:ext cx="1413819" cy="1048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#E87885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1339F-E3BB-A494-6F6B-933790DB1AEF}"/>
              </a:ext>
            </a:extLst>
          </p:cNvPr>
          <p:cNvSpPr/>
          <p:nvPr userDrawn="1"/>
        </p:nvSpPr>
        <p:spPr>
          <a:xfrm>
            <a:off x="6974730" y="2768655"/>
            <a:ext cx="1413819" cy="1048430"/>
          </a:xfrm>
          <a:prstGeom prst="rect">
            <a:avLst/>
          </a:pr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#597BD7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638B0-3FE5-3E1A-443D-A9B6EC1D17E6}"/>
              </a:ext>
            </a:extLst>
          </p:cNvPr>
          <p:cNvSpPr/>
          <p:nvPr userDrawn="1"/>
        </p:nvSpPr>
        <p:spPr>
          <a:xfrm>
            <a:off x="8584665" y="2768655"/>
            <a:ext cx="1413819" cy="10484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#94B895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5C2133-AF7E-AF76-8368-07BFE31C87FC}"/>
              </a:ext>
            </a:extLst>
          </p:cNvPr>
          <p:cNvSpPr/>
          <p:nvPr userDrawn="1"/>
        </p:nvSpPr>
        <p:spPr>
          <a:xfrm>
            <a:off x="10194601" y="2768655"/>
            <a:ext cx="1413819" cy="10484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#A38F84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C10FF5-90FB-38F9-6828-9FAB52E67720}"/>
              </a:ext>
            </a:extLst>
          </p:cNvPr>
          <p:cNvSpPr/>
          <p:nvPr userDrawn="1"/>
        </p:nvSpPr>
        <p:spPr>
          <a:xfrm>
            <a:off x="534988" y="3816850"/>
            <a:ext cx="1413819" cy="104843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#A0A0A8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2E8EE-70D4-A88B-A298-4F225B1F1C7A}"/>
              </a:ext>
            </a:extLst>
          </p:cNvPr>
          <p:cNvSpPr/>
          <p:nvPr userDrawn="1"/>
        </p:nvSpPr>
        <p:spPr>
          <a:xfrm>
            <a:off x="2144923" y="3816850"/>
            <a:ext cx="1413819" cy="10484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#B4CED8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03EC23-836A-845D-EC03-A54BFF16E650}"/>
              </a:ext>
            </a:extLst>
          </p:cNvPr>
          <p:cNvSpPr/>
          <p:nvPr userDrawn="1"/>
        </p:nvSpPr>
        <p:spPr>
          <a:xfrm>
            <a:off x="3754858" y="3816850"/>
            <a:ext cx="1413819" cy="10484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#F1E7C9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87553-2811-D112-BFDE-19461DF2457F}"/>
              </a:ext>
            </a:extLst>
          </p:cNvPr>
          <p:cNvSpPr/>
          <p:nvPr userDrawn="1"/>
        </p:nvSpPr>
        <p:spPr>
          <a:xfrm>
            <a:off x="5364792" y="3816850"/>
            <a:ext cx="1413819" cy="1048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#F0A5AD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FCB663-7B1C-30E2-1B78-B282FEA2C04C}"/>
              </a:ext>
            </a:extLst>
          </p:cNvPr>
          <p:cNvSpPr/>
          <p:nvPr userDrawn="1"/>
        </p:nvSpPr>
        <p:spPr>
          <a:xfrm>
            <a:off x="6974730" y="3816850"/>
            <a:ext cx="1413819" cy="1048430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#ACBDEB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5D21C-2818-0C22-052C-2253662BD3F6}"/>
              </a:ext>
            </a:extLst>
          </p:cNvPr>
          <p:cNvSpPr/>
          <p:nvPr userDrawn="1"/>
        </p:nvSpPr>
        <p:spPr>
          <a:xfrm>
            <a:off x="8584665" y="3816850"/>
            <a:ext cx="1413819" cy="1048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#B8D0B8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9E888-5EE3-75DB-B3BC-B5115B4CB8A1}"/>
              </a:ext>
            </a:extLst>
          </p:cNvPr>
          <p:cNvSpPr/>
          <p:nvPr userDrawn="1"/>
        </p:nvSpPr>
        <p:spPr>
          <a:xfrm>
            <a:off x="10194601" y="3816850"/>
            <a:ext cx="1413819" cy="10484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#C2B5AD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DEE84-8CFF-30D8-8E5C-293F3D4BCE1C}"/>
              </a:ext>
            </a:extLst>
          </p:cNvPr>
          <p:cNvSpPr/>
          <p:nvPr userDrawn="1"/>
        </p:nvSpPr>
        <p:spPr>
          <a:xfrm>
            <a:off x="534988" y="4865045"/>
            <a:ext cx="1413819" cy="10484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#C2C2C7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E58F02-CFC4-C60B-35FE-1454B118B314}"/>
              </a:ext>
            </a:extLst>
          </p:cNvPr>
          <p:cNvSpPr/>
          <p:nvPr userDrawn="1"/>
        </p:nvSpPr>
        <p:spPr>
          <a:xfrm>
            <a:off x="2144923" y="4865045"/>
            <a:ext cx="1413819" cy="10484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#D9E7EB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89EFC2-AA95-FCDD-0E0F-42B2007DA1B2}"/>
              </a:ext>
            </a:extLst>
          </p:cNvPr>
          <p:cNvSpPr/>
          <p:nvPr userDrawn="1"/>
        </p:nvSpPr>
        <p:spPr>
          <a:xfrm>
            <a:off x="3754858" y="4865045"/>
            <a:ext cx="1413819" cy="1048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#F8F3E4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5FD05-44E8-C47F-31F0-6912AC6FA0D4}"/>
              </a:ext>
            </a:extLst>
          </p:cNvPr>
          <p:cNvSpPr/>
          <p:nvPr userDrawn="1"/>
        </p:nvSpPr>
        <p:spPr>
          <a:xfrm>
            <a:off x="5364792" y="4865045"/>
            <a:ext cx="1413819" cy="1048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#F7D2D6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B4EA11-037D-FF5E-51AD-3ED9BDACAB1E}"/>
              </a:ext>
            </a:extLst>
          </p:cNvPr>
          <p:cNvSpPr/>
          <p:nvPr userDrawn="1"/>
        </p:nvSpPr>
        <p:spPr>
          <a:xfrm>
            <a:off x="6974730" y="4865045"/>
            <a:ext cx="1413819" cy="1048430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#DEE5F7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14C09B-6A79-4D7E-F8B4-7D7692E43008}"/>
              </a:ext>
            </a:extLst>
          </p:cNvPr>
          <p:cNvSpPr/>
          <p:nvPr userDrawn="1"/>
        </p:nvSpPr>
        <p:spPr>
          <a:xfrm>
            <a:off x="8584665" y="4865045"/>
            <a:ext cx="1413819" cy="1048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#DBE7DC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2CE718-BE03-C065-77FF-DFA1CD5331D9}"/>
              </a:ext>
            </a:extLst>
          </p:cNvPr>
          <p:cNvSpPr/>
          <p:nvPr userDrawn="1"/>
        </p:nvSpPr>
        <p:spPr>
          <a:xfrm>
            <a:off x="10194601" y="4865045"/>
            <a:ext cx="1413819" cy="1048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#E0DAD6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3312250-0471-9A51-6B0B-ED9099D70062}"/>
              </a:ext>
            </a:extLst>
          </p:cNvPr>
          <p:cNvSpPr txBox="1">
            <a:spLocks/>
          </p:cNvSpPr>
          <p:nvPr userDrawn="1"/>
        </p:nvSpPr>
        <p:spPr>
          <a:xfrm>
            <a:off x="3754858" y="1159679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Accent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B0F3955-55FA-10BC-FD77-709890A58DC8}"/>
              </a:ext>
            </a:extLst>
          </p:cNvPr>
          <p:cNvSpPr txBox="1">
            <a:spLocks/>
          </p:cNvSpPr>
          <p:nvPr userDrawn="1"/>
        </p:nvSpPr>
        <p:spPr>
          <a:xfrm>
            <a:off x="6974726" y="1159678"/>
            <a:ext cx="4633693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Tertiary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CF0240-CE43-20F7-4AE2-FA4A3E0ADB95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815348A6-B43A-07AC-4C37-306E1A8DB1E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483E6-6EF7-7002-4971-9A6D63650EC8}"/>
              </a:ext>
            </a:extLst>
          </p:cNvPr>
          <p:cNvSpPr txBox="1"/>
          <p:nvPr userDrawn="1"/>
        </p:nvSpPr>
        <p:spPr>
          <a:xfrm>
            <a:off x="541868" y="384259"/>
            <a:ext cx="11100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Color Palette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568E34C-2CC0-8D89-49EC-829BBEAF232D}"/>
              </a:ext>
            </a:extLst>
          </p:cNvPr>
          <p:cNvSpPr txBox="1">
            <a:spLocks/>
          </p:cNvSpPr>
          <p:nvPr userDrawn="1"/>
        </p:nvSpPr>
        <p:spPr>
          <a:xfrm>
            <a:off x="534988" y="1159677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Primary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CA38AF-4697-C91E-7FA4-379F011DF5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19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D875A8-62B1-EFC1-A792-694F4EA36361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650D-5204-7A15-D4D9-9A6AFF6DE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29084-C1A6-29FE-31AF-98460979F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097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Dark Mode - J Sw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B534B-5049-076F-B215-DA032EF3E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5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85B61-26F5-ABA7-85BF-B559C4FAA917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7AB09B-D766-5EE2-4333-DF1BAB451CCE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42DFC2-DAF9-FD5F-280C-1DB830FAF0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9863E-AFD1-6C16-78DD-BDEFE0D48D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713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ontent - Black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47408A-CDE8-A163-93A0-B5B0CC7787BF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1E855-E3F3-285C-4F04-5C041426B5D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95D3D3-B848-C391-8156-FDAB1BD6D93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410-196B-5ABC-B27C-94DE3439A4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52910-A258-30EE-F5DF-47864344FA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95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J Swoop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57A3B8-CCA7-77AC-5C81-258EC57FEFE2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65148E-12C2-73F5-7AFF-40A29C5234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F361D-1F76-EBDE-5005-92A25168AA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94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9AFB8-FA1F-C50E-72F2-310D5004AE8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C2343F-0741-1ADF-38A0-8E81405764C5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0B51D-1E98-244A-3C10-44CE8C7C1C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D4D87-12D8-8C46-CC56-0BE35F0BBE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860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JAGGA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505D4-4860-B507-19D8-7C299A120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93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498035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3683D-4A10-2D17-5BED-3F0CE034D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531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72A7F2-F284-9A3D-84F3-CA1DA693F21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922AAC-9A7F-4712-2A14-EDA762401F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133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t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8E56C2-4EDA-060C-458C-424FD3DA7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86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2-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6FD546-9DFE-6C21-8344-B571428DCD8B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en-US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6FC633-D516-F7E3-3329-7CFA23FC7A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590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26ABFB-8063-C809-2F26-CA116ADD9C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E46B6-5CA6-BC7C-F34C-7D82C0BF8C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013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185D7C-D638-69EA-9691-1B3C25C4B434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31E9B-8598-7422-E9C5-B019443F53CC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  <a:lvl2pPr>
              <a:defRPr lang="en-US" sz="1200" dirty="0">
                <a:solidFill>
                  <a:schemeClr val="bg1"/>
                </a:solidFill>
              </a:defRPr>
            </a:lvl2pPr>
            <a:lvl3pPr>
              <a:defRPr lang="en-US" sz="1000" dirty="0">
                <a:solidFill>
                  <a:schemeClr val="bg1"/>
                </a:solidFill>
              </a:defRPr>
            </a:lvl3pPr>
            <a:lvl4pPr>
              <a:defRPr lang="en-US" sz="1000" dirty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B63B36-837F-40CE-3F4E-4CAEFF4724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379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17D1B-5327-5382-C6D0-00499C338D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248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1ACDFE-DA83-AB34-3557-C77C82D8A236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01" y="6480322"/>
            <a:ext cx="1591023" cy="16348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0510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B5D3B-14A4-F7AF-EAC6-BAD48904A3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136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4987B1-86D1-1819-BE97-1F1B97A5DD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DA354-2A6E-95F8-4F62-CF4CBFC097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72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601BB7B-7566-6CA8-E534-92F47E8DAC82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765" y="6480322"/>
            <a:ext cx="1591023" cy="1634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764" y="434898"/>
            <a:ext cx="11007656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0764" y="969203"/>
            <a:ext cx="11007385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0765" y="1758950"/>
            <a:ext cx="4542736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90EAC1-4425-C33E-D3A7-208C8EC4580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615225" y="1758950"/>
            <a:ext cx="6221795" cy="349976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effectLst>
            <a:outerShdw blurRad="139700" sx="102000" sy="102000" algn="ctr" rotWithShape="0">
              <a:prstClr val="black">
                <a:alpha val="11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Screenshot (16:9 aspect ratio)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A4231C6-9931-0173-190B-78A3E43B56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87446" y="432474"/>
            <a:ext cx="425873" cy="57270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D7E406C-3206-4838-EB1B-E8DA050F26FA}"/>
              </a:ext>
            </a:extLst>
          </p:cNvPr>
          <p:cNvSpPr txBox="1"/>
          <p:nvPr userDrawn="1"/>
        </p:nvSpPr>
        <p:spPr>
          <a:xfrm>
            <a:off x="11639105" y="5534146"/>
            <a:ext cx="62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Semi Bold"/>
                <a:ea typeface="Inter Semi Bold" panose="02000703000000020004" pitchFamily="50" charset="0"/>
                <a:cs typeface="Inter Semi Bold" panose="02000703000000020004" pitchFamily="50" charset="0"/>
              </a:rPr>
              <a:t>24.1</a:t>
            </a:r>
            <a:endParaRPr lang="en-RS" sz="140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C1E30E-3ED6-F588-5A27-055B5792AE45}"/>
              </a:ext>
            </a:extLst>
          </p:cNvPr>
          <p:cNvCxnSpPr/>
          <p:nvPr userDrawn="1"/>
        </p:nvCxnSpPr>
        <p:spPr>
          <a:xfrm>
            <a:off x="554355" y="297180"/>
            <a:ext cx="0" cy="58902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7B1638-5340-D919-25FE-093F23A794D2}"/>
              </a:ext>
            </a:extLst>
          </p:cNvPr>
          <p:cNvSpPr txBox="1"/>
          <p:nvPr userDrawn="1"/>
        </p:nvSpPr>
        <p:spPr>
          <a:xfrm>
            <a:off x="2542850" y="6423101"/>
            <a:ext cx="326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0">
                <a:solidFill>
                  <a:schemeClr val="bg2"/>
                </a:solidFill>
              </a:rPr>
              <a:t>© Copyright 2024 JAGGAER        </a:t>
            </a:r>
            <a:r>
              <a:rPr lang="en-US" sz="1000" b="1">
                <a:solidFill>
                  <a:schemeClr val="bg2"/>
                </a:solidFill>
              </a:rPr>
              <a:t>Confidential</a:t>
            </a:r>
            <a:endParaRPr lang="en-US" sz="1000" b="0">
              <a:solidFill>
                <a:schemeClr val="bg2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8A2B62-F8DE-FCAA-6EE8-F950D8975A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9864" y="0"/>
            <a:ext cx="2377156" cy="455890"/>
          </a:xfrm>
          <a:prstGeom prst="round2SameRect">
            <a:avLst>
              <a:gd name="adj1" fmla="val 0"/>
              <a:gd name="adj2" fmla="val 19412"/>
            </a:avLst>
          </a:prstGeom>
          <a:solidFill>
            <a:schemeClr val="tx1"/>
          </a:solidFill>
        </p:spPr>
        <p:txBody>
          <a:bodyPr wrap="none" lIns="274320" rIns="914400" anchor="ctr" anchorCtr="0">
            <a:spAutoFit/>
          </a:bodyPr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1488159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ve Behind 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4598A5-A4D5-FA8F-972D-201BC066696B}"/>
              </a:ext>
            </a:extLst>
          </p:cNvPr>
          <p:cNvSpPr/>
          <p:nvPr userDrawn="1"/>
        </p:nvSpPr>
        <p:spPr>
          <a:xfrm>
            <a:off x="5947302" y="3096610"/>
            <a:ext cx="5932994" cy="1828800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99849D-64B7-53A7-3843-C2886784D1A4}"/>
              </a:ext>
            </a:extLst>
          </p:cNvPr>
          <p:cNvSpPr/>
          <p:nvPr userDrawn="1"/>
        </p:nvSpPr>
        <p:spPr>
          <a:xfrm>
            <a:off x="5947302" y="1323113"/>
            <a:ext cx="2920129" cy="1704333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5F13E6-D7A3-ADB9-ABAC-0B8A2A712A6C}"/>
              </a:ext>
            </a:extLst>
          </p:cNvPr>
          <p:cNvSpPr/>
          <p:nvPr userDrawn="1"/>
        </p:nvSpPr>
        <p:spPr>
          <a:xfrm>
            <a:off x="535257" y="1305226"/>
            <a:ext cx="5230837" cy="1731271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52423E-0E09-C159-C158-07C3AE5C522F}"/>
              </a:ext>
            </a:extLst>
          </p:cNvPr>
          <p:cNvSpPr/>
          <p:nvPr userDrawn="1"/>
        </p:nvSpPr>
        <p:spPr>
          <a:xfrm>
            <a:off x="8960167" y="1323113"/>
            <a:ext cx="2920129" cy="1704332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FDFD48-5E96-6BC9-9494-025465ED2C26}"/>
              </a:ext>
            </a:extLst>
          </p:cNvPr>
          <p:cNvSpPr/>
          <p:nvPr userDrawn="1"/>
        </p:nvSpPr>
        <p:spPr>
          <a:xfrm>
            <a:off x="535257" y="3156062"/>
            <a:ext cx="5230837" cy="3014207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27432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191B99A2-AC39-D76A-203E-E57F9D8DA5B8}"/>
              </a:ext>
            </a:extLst>
          </p:cNvPr>
          <p:cNvSpPr/>
          <p:nvPr userDrawn="1"/>
        </p:nvSpPr>
        <p:spPr>
          <a:xfrm>
            <a:off x="535258" y="3156063"/>
            <a:ext cx="5230838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8B847E-F90E-A74E-186E-8B9BD0BCB90E}"/>
              </a:ext>
            </a:extLst>
          </p:cNvPr>
          <p:cNvSpPr/>
          <p:nvPr userDrawn="1"/>
        </p:nvSpPr>
        <p:spPr>
          <a:xfrm>
            <a:off x="5947302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895F4B-F551-9176-764A-3C5B27F4128C}"/>
              </a:ext>
            </a:extLst>
          </p:cNvPr>
          <p:cNvSpPr/>
          <p:nvPr userDrawn="1"/>
        </p:nvSpPr>
        <p:spPr>
          <a:xfrm>
            <a:off x="9960450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E2E103-EFA8-B655-AF4C-B88EAC1C5C0A}"/>
              </a:ext>
            </a:extLst>
          </p:cNvPr>
          <p:cNvSpPr/>
          <p:nvPr userDrawn="1"/>
        </p:nvSpPr>
        <p:spPr>
          <a:xfrm>
            <a:off x="7960224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71E5F3-6E62-4F6C-AE19-740D27FE77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0594" y="5458055"/>
            <a:ext cx="621102" cy="5520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42A89CE-8CF0-394D-1991-8FCA7A60DE4D}"/>
              </a:ext>
            </a:extLst>
          </p:cNvPr>
          <p:cNvSpPr txBox="1"/>
          <p:nvPr userDrawn="1"/>
        </p:nvSpPr>
        <p:spPr>
          <a:xfrm>
            <a:off x="641022" y="3208311"/>
            <a:ext cx="512532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8" name="Round Same Side Corner Rectangle 27">
            <a:extLst>
              <a:ext uri="{FF2B5EF4-FFF2-40B4-BE49-F238E27FC236}">
                <a16:creationId xmlns:a16="http://schemas.microsoft.com/office/drawing/2014/main" id="{FD8C4607-FEF5-0430-849E-C08FE866AD49}"/>
              </a:ext>
            </a:extLst>
          </p:cNvPr>
          <p:cNvSpPr/>
          <p:nvPr userDrawn="1"/>
        </p:nvSpPr>
        <p:spPr>
          <a:xfrm>
            <a:off x="535260" y="1305226"/>
            <a:ext cx="5230835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F0FA9-D2DA-3F42-37A9-0BAC8B2FCB7D}"/>
              </a:ext>
            </a:extLst>
          </p:cNvPr>
          <p:cNvSpPr txBox="1"/>
          <p:nvPr userDrawn="1"/>
        </p:nvSpPr>
        <p:spPr>
          <a:xfrm>
            <a:off x="546769" y="1384931"/>
            <a:ext cx="5205233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EDF2F440-4C5B-6A02-A27F-2711B3581113}"/>
              </a:ext>
            </a:extLst>
          </p:cNvPr>
          <p:cNvSpPr/>
          <p:nvPr userDrawn="1"/>
        </p:nvSpPr>
        <p:spPr>
          <a:xfrm>
            <a:off x="5947586" y="1321413"/>
            <a:ext cx="2919845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053282-7878-6DE6-D3CC-1DD8DB3C4DC5}"/>
              </a:ext>
            </a:extLst>
          </p:cNvPr>
          <p:cNvSpPr txBox="1"/>
          <p:nvPr userDrawn="1"/>
        </p:nvSpPr>
        <p:spPr>
          <a:xfrm>
            <a:off x="5949244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11FF1031-F401-86E2-5EFB-237A38ED0B03}"/>
              </a:ext>
            </a:extLst>
          </p:cNvPr>
          <p:cNvSpPr/>
          <p:nvPr userDrawn="1"/>
        </p:nvSpPr>
        <p:spPr>
          <a:xfrm>
            <a:off x="8960451" y="1328860"/>
            <a:ext cx="2919845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18849-D039-A93E-FF01-C1BBA0B37F7C}"/>
              </a:ext>
            </a:extLst>
          </p:cNvPr>
          <p:cNvSpPr txBox="1"/>
          <p:nvPr userDrawn="1"/>
        </p:nvSpPr>
        <p:spPr>
          <a:xfrm>
            <a:off x="8962109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5010635D-783E-B0BD-0C05-8625418E5409}"/>
              </a:ext>
            </a:extLst>
          </p:cNvPr>
          <p:cNvSpPr/>
          <p:nvPr userDrawn="1"/>
        </p:nvSpPr>
        <p:spPr>
          <a:xfrm>
            <a:off x="5935993" y="3103330"/>
            <a:ext cx="5943596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B10ABD-C702-EFFB-A9BC-1AE5686F807D}"/>
              </a:ext>
            </a:extLst>
          </p:cNvPr>
          <p:cNvSpPr txBox="1"/>
          <p:nvPr userDrawn="1"/>
        </p:nvSpPr>
        <p:spPr>
          <a:xfrm>
            <a:off x="5938635" y="3168830"/>
            <a:ext cx="5941662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 / Impact Achieved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32843D5-7108-723B-A3EE-63D41962C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854200"/>
            <a:ext cx="4730537" cy="10271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AEE2730D-7C94-8BCF-611F-DA923805F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702830"/>
            <a:ext cx="3977573" cy="15186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A7C4316D-4088-65D1-FBF0-F20F02AD0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3977573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0ECCB68-EDAF-56A8-3081-1F5386F97A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E3A1E24D-EE5B-2630-028C-D26B62257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924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Approach to Solve 1</a:t>
            </a:r>
          </a:p>
          <a:p>
            <a:pPr lvl="0"/>
            <a:r>
              <a:rPr lang="en-US"/>
              <a:t>Approach to Solve 2</a:t>
            </a:r>
          </a:p>
          <a:p>
            <a:pPr lvl="0"/>
            <a:r>
              <a:rPr lang="en-US"/>
              <a:t>Approach to Solve 3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C3C30C1F-BBBB-627C-F44D-DF56D99546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6892"/>
            <a:ext cx="5631537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/ Impact Achieved 1</a:t>
            </a:r>
          </a:p>
          <a:p>
            <a:pPr lvl="0"/>
            <a:r>
              <a:rPr lang="en-US"/>
              <a:t>Metric / Impact Achieved 2</a:t>
            </a:r>
          </a:p>
          <a:p>
            <a:pPr lvl="0"/>
            <a:r>
              <a:rPr lang="en-US"/>
              <a:t>Metric / Impact Achieved 3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E6E75977-0F58-3E78-A846-0173053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C6464819-8F0A-3596-BAFA-FF68929F34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3431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41846A0A-20DE-29CC-BA48-351C52D20F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02984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F85EF648-1B8C-E6A2-2B81-E22A872E24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75363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015A722-8E10-8F7E-3D73-AABDF9DFF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699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1C596808-416B-BCDE-8E64-7585C46922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1754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8364345D-23F4-8B5D-A5A6-1A113987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7331889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80C297-763C-D49B-C9EC-F13221432B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811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_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5225-334E-376D-C4B8-5CA02072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5DB309-9B68-032D-E4E1-C0D27676F075}"/>
              </a:ext>
            </a:extLst>
          </p:cNvPr>
          <p:cNvSpPr/>
          <p:nvPr userDrawn="1"/>
        </p:nvSpPr>
        <p:spPr>
          <a:xfrm>
            <a:off x="4934854" y="3033693"/>
            <a:ext cx="6673566" cy="318156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7FD77D-3041-C82B-6839-816B1B6CDD66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F4B0A1-77E1-AEAE-BC41-CD54F775D5C0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AB5170-C5C4-37EC-DEE6-D33EA3422BF6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ACDE36-51CC-CC62-B73E-EFD4B2228822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  <a:solidFill>
            <a:schemeClr val="tx2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72505FE-699B-A391-EB3D-BA1FEB09EE9D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F9B5896-F065-0C72-23BC-541A68629E86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2F1466-84DF-DD0D-E395-EC0C97085F0B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024D33-2A7C-5736-CCEB-25F71580DF65}"/>
              </a:ext>
            </a:extLst>
          </p:cNvPr>
          <p:cNvSpPr/>
          <p:nvPr userDrawn="1"/>
        </p:nvSpPr>
        <p:spPr>
          <a:xfrm>
            <a:off x="4934854" y="1306383"/>
            <a:ext cx="6673566" cy="156908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A14039-CBBE-F49B-110E-628CA087D8D5}"/>
              </a:ext>
            </a:extLst>
          </p:cNvPr>
          <p:cNvSpPr/>
          <p:nvPr userDrawn="1"/>
        </p:nvSpPr>
        <p:spPr>
          <a:xfrm>
            <a:off x="622852" y="3033695"/>
            <a:ext cx="4147445" cy="3181569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0ACDC86-B800-B031-B450-D7A94B59E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2099" y="5380383"/>
            <a:ext cx="723058" cy="64271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8DBB5E-5629-3877-C058-C882D961DFEF}"/>
              </a:ext>
            </a:extLst>
          </p:cNvPr>
          <p:cNvSpPr/>
          <p:nvPr userDrawn="1"/>
        </p:nvSpPr>
        <p:spPr>
          <a:xfrm>
            <a:off x="618900" y="1306384"/>
            <a:ext cx="4151397" cy="1569334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432D9C1E-3CC8-26F8-571A-3FA2E9C28B17}"/>
              </a:ext>
            </a:extLst>
          </p:cNvPr>
          <p:cNvSpPr/>
          <p:nvPr userDrawn="1"/>
        </p:nvSpPr>
        <p:spPr>
          <a:xfrm>
            <a:off x="623357" y="1306384"/>
            <a:ext cx="4151397" cy="399763"/>
          </a:xfrm>
          <a:prstGeom prst="round2SameRect">
            <a:avLst>
              <a:gd name="adj1" fmla="val 12152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AFDFD-9051-0E83-E1F2-95E0CF42D128}"/>
              </a:ext>
            </a:extLst>
          </p:cNvPr>
          <p:cNvSpPr txBox="1"/>
          <p:nvPr userDrawn="1"/>
        </p:nvSpPr>
        <p:spPr>
          <a:xfrm>
            <a:off x="627229" y="1377185"/>
            <a:ext cx="414306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1E8E71C9-4BE6-D1A0-5788-57A3F8868FCE}"/>
              </a:ext>
            </a:extLst>
          </p:cNvPr>
          <p:cNvSpPr/>
          <p:nvPr userDrawn="1"/>
        </p:nvSpPr>
        <p:spPr>
          <a:xfrm>
            <a:off x="622851" y="3034224"/>
            <a:ext cx="4151397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99963-67EA-08FB-46EB-D4138EE80C04}"/>
              </a:ext>
            </a:extLst>
          </p:cNvPr>
          <p:cNvSpPr txBox="1"/>
          <p:nvPr userDrawn="1"/>
        </p:nvSpPr>
        <p:spPr>
          <a:xfrm>
            <a:off x="587621" y="3103301"/>
            <a:ext cx="4182676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7F18D96B-8558-F3A6-B8A9-95C8AB7D2A95}"/>
              </a:ext>
            </a:extLst>
          </p:cNvPr>
          <p:cNvSpPr/>
          <p:nvPr userDrawn="1"/>
        </p:nvSpPr>
        <p:spPr>
          <a:xfrm>
            <a:off x="4937324" y="1308510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C147FA-300A-C02A-3F8F-BAE807749B37}"/>
              </a:ext>
            </a:extLst>
          </p:cNvPr>
          <p:cNvSpPr txBox="1"/>
          <p:nvPr userDrawn="1"/>
        </p:nvSpPr>
        <p:spPr>
          <a:xfrm>
            <a:off x="4939312" y="1377185"/>
            <a:ext cx="666910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27" name="Round Same Side Corner Rectangle 26">
            <a:extLst>
              <a:ext uri="{FF2B5EF4-FFF2-40B4-BE49-F238E27FC236}">
                <a16:creationId xmlns:a16="http://schemas.microsoft.com/office/drawing/2014/main" id="{0EB58D37-76B0-CC4F-6961-BEE2C3D652D1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AD22B-FA73-6BEA-78BB-1084F3699AF8}"/>
              </a:ext>
            </a:extLst>
          </p:cNvPr>
          <p:cNvSpPr txBox="1"/>
          <p:nvPr userDrawn="1"/>
        </p:nvSpPr>
        <p:spPr>
          <a:xfrm>
            <a:off x="5247599" y="3364911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5DAC6A7D-6E19-E0D7-8028-F90A706EB0FE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C34F57-37DC-8FB0-009A-F481F46A52BE}"/>
              </a:ext>
            </a:extLst>
          </p:cNvPr>
          <p:cNvSpPr txBox="1"/>
          <p:nvPr userDrawn="1"/>
        </p:nvSpPr>
        <p:spPr>
          <a:xfrm>
            <a:off x="7315200" y="3376436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E2E28293-9502-0BF1-ED48-AA10F31EF0BC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3A186-798B-8D22-E95A-A3A4833D2091}"/>
              </a:ext>
            </a:extLst>
          </p:cNvPr>
          <p:cNvSpPr txBox="1"/>
          <p:nvPr userDrawn="1"/>
        </p:nvSpPr>
        <p:spPr>
          <a:xfrm>
            <a:off x="9383825" y="3375834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28853B31-0EDD-D8F2-255E-8E7AE6922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778799"/>
            <a:ext cx="3882044" cy="99264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41C8E5B8-533D-C1F2-D9B9-3C37D421F1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591964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6F9FF863-B258-D006-A46D-64C9E8C295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2848921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C69D9F7-FE7B-A2E3-BB7E-C83A26C61D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2194" y="1779588"/>
            <a:ext cx="6353519" cy="98846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2" name="Text Placeholder 45">
            <a:extLst>
              <a:ext uri="{FF2B5EF4-FFF2-40B4-BE49-F238E27FC236}">
                <a16:creationId xmlns:a16="http://schemas.microsoft.com/office/drawing/2014/main" id="{7A3E4FA5-158B-6AEE-68CD-D401E83AF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F8421DCB-5B1E-8FC5-54B3-C6315D81D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72C633DC-AA26-58DE-E0AB-EF112C9361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6A8375-F6BB-4F97-7C8D-575514EEFA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343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1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4B39EC5C-1529-5E18-6C18-53AFE7A34E1F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1" y="4330521"/>
            <a:ext cx="12192000" cy="1886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41E0184-F804-3A80-D2BE-7EB4466DE203}"/>
              </a:ext>
            </a:extLst>
          </p:cNvPr>
          <p:cNvSpPr/>
          <p:nvPr userDrawn="1"/>
        </p:nvSpPr>
        <p:spPr>
          <a:xfrm>
            <a:off x="0" y="4044393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6DF2F-793C-8622-A47F-5F1DB2637E11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780BDE16-43A3-DE71-7B38-628A3E9F2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8764E3C-F7FE-2FB7-929C-0011DFEE4C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658" y="4237965"/>
            <a:ext cx="4494443" cy="11287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FA83C17-14D9-390C-BDE5-35D27E5C0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659" y="5483323"/>
            <a:ext cx="3277884" cy="2514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DA7D6-CE6F-3824-348B-97704D679378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DA3FEE-9F78-C1D7-6271-7AC8B77EBEFE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FABA401C-AF59-75B4-597A-3D7BA26D52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8820C755-D9E8-7223-E7B8-E8B80928CA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D3261-0C47-8FA7-64A6-16FD903066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344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2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0" y="4327267"/>
            <a:ext cx="12192000" cy="1886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C9A18-CC72-C68A-B108-36A95EEC5A92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D2AB9-361A-91E7-B7FC-45187347596F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1" name="Text Placeholder 45">
            <a:extLst>
              <a:ext uri="{FF2B5EF4-FFF2-40B4-BE49-F238E27FC236}">
                <a16:creationId xmlns:a16="http://schemas.microsoft.com/office/drawing/2014/main" id="{920C8335-7A3B-4991-2A6A-3DC4AD2F17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22" name="Picture 21" descr="A group of people giving each other a high five&#10;&#10;Description automatically generated">
            <a:extLst>
              <a:ext uri="{FF2B5EF4-FFF2-40B4-BE49-F238E27FC236}">
                <a16:creationId xmlns:a16="http://schemas.microsoft.com/office/drawing/2014/main" id="{5B045634-C003-B9E3-5CC5-D0257A643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87"/>
          <a:stretch/>
        </p:blipFill>
        <p:spPr>
          <a:xfrm>
            <a:off x="0" y="4054785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</p:spPr>
      </p:pic>
      <p:sp>
        <p:nvSpPr>
          <p:cNvPr id="23" name="Text Placeholder 45">
            <a:extLst>
              <a:ext uri="{FF2B5EF4-FFF2-40B4-BE49-F238E27FC236}">
                <a16:creationId xmlns:a16="http://schemas.microsoft.com/office/drawing/2014/main" id="{1233F865-FE74-3B1F-F0B1-F6F6EB93E1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0E11E0FD-4F57-035D-41A8-CE8E0C711407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9A2566-A9E3-267D-BC9D-676ADF2BAB34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95B98870-8664-F6C5-F1FC-29A1675F62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5F8E2D-AECE-7B3F-CDDF-6B3F40787D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570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mpion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C30820-651C-7BA3-A3B3-A9E38023C7A8}"/>
              </a:ext>
            </a:extLst>
          </p:cNvPr>
          <p:cNvSpPr/>
          <p:nvPr userDrawn="1"/>
        </p:nvSpPr>
        <p:spPr>
          <a:xfrm>
            <a:off x="4934854" y="3049133"/>
            <a:ext cx="6673566" cy="316612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D946BE-9F9F-1845-BA4F-3BB7588F5108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64F8BF-7F5F-F42A-19C1-D8757EAB9EC4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D4A314-ADA5-36DE-B279-C180F30E2820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C4BA87-9A4A-CFEC-1691-59238A61FC48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  <a:solidFill>
            <a:schemeClr val="tx2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68FF654-CF95-0914-2889-FE5FE5295F33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DA8977-4CEB-DB06-25CF-BED585157E21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7AC413-DE69-EEF3-4159-B0298AAA38FC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18366B-3931-C4F6-2491-FC28922F6437}"/>
              </a:ext>
            </a:extLst>
          </p:cNvPr>
          <p:cNvSpPr/>
          <p:nvPr userDrawn="1"/>
        </p:nvSpPr>
        <p:spPr>
          <a:xfrm>
            <a:off x="4934854" y="1230502"/>
            <a:ext cx="6673566" cy="1626469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B84DB1-F24D-7496-3F98-4009B6A7E428}"/>
              </a:ext>
            </a:extLst>
          </p:cNvPr>
          <p:cNvSpPr/>
          <p:nvPr userDrawn="1"/>
        </p:nvSpPr>
        <p:spPr>
          <a:xfrm>
            <a:off x="622852" y="1399571"/>
            <a:ext cx="4147445" cy="4815692"/>
          </a:xfrm>
          <a:prstGeom prst="roundRect">
            <a:avLst>
              <a:gd name="adj" fmla="val 205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FFDF4AFD-D07B-561A-AA16-CED0010891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2330" y="1783885"/>
            <a:ext cx="723058" cy="642718"/>
          </a:xfrm>
          <a:prstGeom prst="rect">
            <a:avLst/>
          </a:prstGeom>
        </p:spPr>
      </p:pic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0BF06BF8-E29D-F2BD-67A7-3DB58B1DFEA7}"/>
              </a:ext>
            </a:extLst>
          </p:cNvPr>
          <p:cNvSpPr/>
          <p:nvPr userDrawn="1"/>
        </p:nvSpPr>
        <p:spPr>
          <a:xfrm>
            <a:off x="622851" y="1230502"/>
            <a:ext cx="4151397" cy="401890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766AC-A36C-15D8-1925-503153BEEC73}"/>
              </a:ext>
            </a:extLst>
          </p:cNvPr>
          <p:cNvSpPr txBox="1"/>
          <p:nvPr userDrawn="1"/>
        </p:nvSpPr>
        <p:spPr>
          <a:xfrm>
            <a:off x="605236" y="1278221"/>
            <a:ext cx="4182676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Champion Information</a:t>
            </a:r>
          </a:p>
        </p:txBody>
      </p:sp>
      <p:sp>
        <p:nvSpPr>
          <p:cNvPr id="38" name="Round Same Side Corner Rectangle 37">
            <a:extLst>
              <a:ext uri="{FF2B5EF4-FFF2-40B4-BE49-F238E27FC236}">
                <a16:creationId xmlns:a16="http://schemas.microsoft.com/office/drawing/2014/main" id="{98EB5FFF-0C05-BBEF-B2D7-48C64F87B998}"/>
              </a:ext>
            </a:extLst>
          </p:cNvPr>
          <p:cNvSpPr/>
          <p:nvPr userDrawn="1"/>
        </p:nvSpPr>
        <p:spPr>
          <a:xfrm>
            <a:off x="4937324" y="1232629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93F5A-3845-6DF7-3E15-AC4393A323E3}"/>
              </a:ext>
            </a:extLst>
          </p:cNvPr>
          <p:cNvSpPr txBox="1"/>
          <p:nvPr userDrawn="1"/>
        </p:nvSpPr>
        <p:spPr>
          <a:xfrm>
            <a:off x="4939312" y="1278221"/>
            <a:ext cx="666910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Testimonial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41" name="Round Same Side Corner Rectangle 40">
            <a:extLst>
              <a:ext uri="{FF2B5EF4-FFF2-40B4-BE49-F238E27FC236}">
                <a16:creationId xmlns:a16="http://schemas.microsoft.com/office/drawing/2014/main" id="{6BDF03E5-17E2-9166-9E9B-B0D67447D879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DA34B-13C8-4BD2-81C7-5799DEB897FD}"/>
              </a:ext>
            </a:extLst>
          </p:cNvPr>
          <p:cNvSpPr txBox="1"/>
          <p:nvPr userDrawn="1"/>
        </p:nvSpPr>
        <p:spPr>
          <a:xfrm>
            <a:off x="5247599" y="3357217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Challenge</a:t>
            </a:r>
          </a:p>
        </p:txBody>
      </p:sp>
      <p:sp>
        <p:nvSpPr>
          <p:cNvPr id="43" name="Round Same Side Corner Rectangle 42">
            <a:extLst>
              <a:ext uri="{FF2B5EF4-FFF2-40B4-BE49-F238E27FC236}">
                <a16:creationId xmlns:a16="http://schemas.microsoft.com/office/drawing/2014/main" id="{F64B1CCE-B1FB-1571-5DA4-7D833413E117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611841-F2C1-5CD8-763F-437A47ADF6FA}"/>
              </a:ext>
            </a:extLst>
          </p:cNvPr>
          <p:cNvSpPr txBox="1"/>
          <p:nvPr userDrawn="1"/>
        </p:nvSpPr>
        <p:spPr>
          <a:xfrm>
            <a:off x="7315200" y="3368742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7" name="Round Same Side Corner Rectangle 46">
            <a:extLst>
              <a:ext uri="{FF2B5EF4-FFF2-40B4-BE49-F238E27FC236}">
                <a16:creationId xmlns:a16="http://schemas.microsoft.com/office/drawing/2014/main" id="{6492E617-055B-788C-2240-D167ADB42494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2C0C6A-691D-E5E8-4745-5E59E6DA0491}"/>
              </a:ext>
            </a:extLst>
          </p:cNvPr>
          <p:cNvSpPr txBox="1"/>
          <p:nvPr userDrawn="1"/>
        </p:nvSpPr>
        <p:spPr>
          <a:xfrm>
            <a:off x="9383825" y="3368140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82D99856-AB02-8D15-5FD1-F2FC9970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38D0593F-0DE1-D765-F90D-F894AE3555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0266" y="1786359"/>
            <a:ext cx="5260242" cy="5405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54" name="Text Placeholder 38">
            <a:extLst>
              <a:ext uri="{FF2B5EF4-FFF2-40B4-BE49-F238E27FC236}">
                <a16:creationId xmlns:a16="http://schemas.microsoft.com/office/drawing/2014/main" id="{02E8A55F-FCAA-2CD7-CB93-6412900340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0266" y="2436098"/>
            <a:ext cx="5260242" cy="290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FFAD9EA6-50BF-AEA7-331A-F7325653FF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16987DBD-F2CF-2EF9-A22B-4BC2EEB02A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59" name="Text Placeholder 45">
            <a:extLst>
              <a:ext uri="{FF2B5EF4-FFF2-40B4-BE49-F238E27FC236}">
                <a16:creationId xmlns:a16="http://schemas.microsoft.com/office/drawing/2014/main" id="{406CC546-2CD4-DA9D-E46D-5DAE04F0C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sp>
        <p:nvSpPr>
          <p:cNvPr id="60" name="Text Placeholder 38">
            <a:extLst>
              <a:ext uri="{FF2B5EF4-FFF2-40B4-BE49-F238E27FC236}">
                <a16:creationId xmlns:a16="http://schemas.microsoft.com/office/drawing/2014/main" id="{4EB4D149-B06B-610C-D6CE-98C6D11550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9249" y="3828916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Champion Information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186B511E-D19B-85A4-58C1-CE589484B15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249" y="1784350"/>
            <a:ext cx="1735137" cy="1817688"/>
          </a:xfrm>
          <a:solidFill>
            <a:schemeClr val="bg2">
              <a:lumMod val="50000"/>
            </a:schemeClr>
          </a:solidFill>
        </p:spPr>
        <p:txBody>
          <a:bodyPr tIns="182880" anchor="t" anchorCtr="0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Headshot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B6E9B1D-5F42-2A6B-B093-10FF7681EF7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988" y="6489389"/>
            <a:ext cx="1591023" cy="1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026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0850" y="3955261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DF393-13A2-29EE-764F-17874091D5E5}"/>
              </a:ext>
            </a:extLst>
          </p:cNvPr>
          <p:cNvSpPr txBox="1"/>
          <p:nvPr userDrawn="1"/>
        </p:nvSpPr>
        <p:spPr>
          <a:xfrm>
            <a:off x="450850" y="3050435"/>
            <a:ext cx="9376675" cy="757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800" b="1">
                <a:solidFill>
                  <a:srgbClr val="3F434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BA54CE2-D3A6-D7A3-F191-231E70AD36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38D56-C880-0B46-1377-64CF56B446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835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04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155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12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11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004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661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487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316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3453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829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07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E8A34F5-9782-784E-85B4-40B77F8DC845}"/>
              </a:ext>
            </a:extLst>
          </p:cNvPr>
          <p:cNvSpPr/>
          <p:nvPr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1547D3-3175-9940-B4A6-EAFD8C4DA7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3885" y="4453694"/>
            <a:ext cx="5443537" cy="94833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presentation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977A9B-67B4-D64E-A316-0EDFEAE0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9860" y="6356350"/>
            <a:ext cx="716740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69FE080-025A-8A49-B0BC-E0BC998CD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5300662"/>
            <a:ext cx="5437187" cy="86464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C0AA07AF-1804-E54F-997E-C611C4E35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638" y="3932510"/>
            <a:ext cx="1692771" cy="330137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D9C7A84-F6F9-7E4B-9672-6B437E00D4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9264" y="3932510"/>
            <a:ext cx="618108" cy="632483"/>
          </a:xfrm>
          <a:prstGeom prst="rect">
            <a:avLst/>
          </a:prstGeom>
        </p:spPr>
      </p:pic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66389EE9-1C60-4747-95C0-FADA80BD3D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75" y="692150"/>
            <a:ext cx="6051550" cy="3240088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AA893272-F20C-F649-B2E7-110D84D3E4B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3429000"/>
            <a:ext cx="4032250" cy="273685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90A45E4-FB12-534B-8AF1-DCEBCCB7A46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10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2162">
          <p15:clr>
            <a:srgbClr val="FBAE40"/>
          </p15:clr>
        </p15:guide>
        <p15:guide id="5" pos="2978">
          <p15:clr>
            <a:srgbClr val="FBAE40"/>
          </p15:clr>
        </p15:guide>
        <p15:guide id="6" pos="4702">
          <p15:clr>
            <a:srgbClr val="FBAE40"/>
          </p15:clr>
        </p15:guide>
        <p15:guide id="7" pos="1300">
          <p15:clr>
            <a:srgbClr val="FBAE40"/>
          </p15:clr>
        </p15:guide>
        <p15:guide id="8" pos="7242">
          <p15:clr>
            <a:srgbClr val="FBAE40"/>
          </p15:clr>
        </p15:guide>
        <p15:guide id="9" orient="horz" pos="436">
          <p15:clr>
            <a:srgbClr val="FBAE40"/>
          </p15:clr>
        </p15:guide>
        <p15:guide id="10" orient="horz" pos="3884">
          <p15:clr>
            <a:srgbClr val="FBAE40"/>
          </p15:clr>
        </p15:guide>
        <p15:guide id="11" pos="5541">
          <p15:clr>
            <a:srgbClr val="FBAE40"/>
          </p15:clr>
        </p15:guide>
        <p15:guide id="12" pos="640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D8A1501A-23E1-DF4C-9496-46C391F648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393" y="620688"/>
            <a:ext cx="3096344" cy="792088"/>
          </a:xfrm>
        </p:spPr>
        <p:txBody>
          <a:bodyPr>
            <a:noAutofit/>
          </a:bodyPr>
          <a:lstStyle>
            <a:lvl1pPr marL="0" indent="0" algn="l">
              <a:buNone/>
              <a:defRPr lang="de-AT" sz="4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Agenda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C4A5FB42-916A-BB4A-830C-84DB8A15E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392" y="1412776"/>
            <a:ext cx="3096345" cy="521184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FDE843-0CD8-F148-B72E-F2DEFB2D640C}"/>
              </a:ext>
            </a:extLst>
          </p:cNvPr>
          <p:cNvSpPr/>
          <p:nvPr/>
        </p:nvSpPr>
        <p:spPr>
          <a:xfrm>
            <a:off x="4740052" y="0"/>
            <a:ext cx="7464425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2167" y="3316930"/>
            <a:ext cx="618108" cy="632483"/>
          </a:xfrm>
          <a:prstGeom prst="rect">
            <a:avLst/>
          </a:prstGeom>
        </p:spPr>
      </p:pic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02257D4-848B-D44A-8549-B556DFE63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0" y="3949700"/>
            <a:ext cx="2654300" cy="1927225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0B0C270-9F4D-2F4A-99C2-B7BDF0E188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7888" y="699797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0C1B047-CFC4-4A40-8DEC-0DA5E2BBCC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80358" y="706236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en-US" sz="1800" b="1" i="0" noProof="0" dirty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56A50F38-152D-8345-AEAB-2F1F4D231B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80358" y="980728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AD323C2F-D458-134E-A6F5-54D720C794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1" y="1663798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6F0E7A5D-87A7-5F47-AB48-F725332E17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1952376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5C87084A-70B5-044C-9189-19B6952B03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2644799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9C730FE1-31D8-DC4D-9839-758567609F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1" y="2933377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EBBD9B7B-3C00-5243-BF6C-0ECF3036FC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1" y="3621622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2A4DEFB4-445B-3E47-9C0C-0F208F2320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1" y="3910200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86BC52F0-B100-9149-B078-340FFA1410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245C64C8-D13F-2F46-BC21-8701B651BF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1" y="4611952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F90A3577-8A65-BF4B-A661-7A0894F368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1" y="4900530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33" name="Textplatzhalter 14">
            <a:extLst>
              <a:ext uri="{FF2B5EF4-FFF2-40B4-BE49-F238E27FC236}">
                <a16:creationId xmlns:a16="http://schemas.microsoft.com/office/drawing/2014/main" id="{88BD00A3-F8CF-D948-93EF-B12B108B20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87888" y="1652834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34" name="Textplatzhalter 14">
            <a:extLst>
              <a:ext uri="{FF2B5EF4-FFF2-40B4-BE49-F238E27FC236}">
                <a16:creationId xmlns:a16="http://schemas.microsoft.com/office/drawing/2014/main" id="{29F202F3-8C0A-CF4D-A535-AE518005B2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87888" y="2644507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35" name="Textplatzhalter 14">
            <a:extLst>
              <a:ext uri="{FF2B5EF4-FFF2-40B4-BE49-F238E27FC236}">
                <a16:creationId xmlns:a16="http://schemas.microsoft.com/office/drawing/2014/main" id="{01AB02FE-EDC6-C645-B88D-0FA8BAE5DE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7888" y="3616862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36" name="Textplatzhalter 14">
            <a:extLst>
              <a:ext uri="{FF2B5EF4-FFF2-40B4-BE49-F238E27FC236}">
                <a16:creationId xmlns:a16="http://schemas.microsoft.com/office/drawing/2014/main" id="{29B41DF1-F30E-A943-8876-FA0ED0F01D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7888" y="4608536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</p:spTree>
    <p:extLst>
      <p:ext uri="{BB962C8B-B14F-4D97-AF65-F5344CB8AC3E}">
        <p14:creationId xmlns:p14="http://schemas.microsoft.com/office/powerpoint/2010/main" val="613889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0164763" cy="502920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3117" y="5031940"/>
            <a:ext cx="618108" cy="63248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FD35CD4-AA6E-7B47-8FB1-EC60D71675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201" y="3429000"/>
            <a:ext cx="8043615" cy="27368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C141BA97-79D5-CA4E-8AC2-1554A56D9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944" y="3860502"/>
            <a:ext cx="1512168" cy="93665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4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4D08572-8384-1342-AA61-16EDD2C4F2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5944" y="4651890"/>
            <a:ext cx="7158608" cy="567809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break slide title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0393125-5AD4-944D-9C85-674F9AAECF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05944" y="5228654"/>
            <a:ext cx="7158608" cy="432594"/>
          </a:xfrm>
        </p:spPr>
        <p:txBody>
          <a:bodyPr>
            <a:noAutofit/>
          </a:bodyPr>
          <a:lstStyle>
            <a:lvl1pPr marL="0" indent="0">
              <a:buNone/>
              <a:defRPr lang="de-AT" sz="18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6556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4764" y="4365104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/>
        </p:nvSpPr>
        <p:spPr>
          <a:xfrm>
            <a:off x="9530177" y="0"/>
            <a:ext cx="2661824" cy="43651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3429000"/>
            <a:ext cx="4032250" cy="101268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5920" y="0"/>
            <a:ext cx="4788844" cy="616585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4441684"/>
            <a:ext cx="4032250" cy="172416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</a:t>
            </a:r>
            <a:r>
              <a:rPr lang="en-US" noProof="0"/>
              <a:t> </a:t>
            </a:r>
            <a:r>
              <a:rPr lang="en-US" noProof="0" err="1"/>
              <a:t>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418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45345" y="1676120"/>
            <a:ext cx="8851330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5346" y="706871"/>
            <a:ext cx="8851330" cy="948334"/>
          </a:xfrm>
        </p:spPr>
        <p:txBody>
          <a:bodyPr anchor="t">
            <a:noAutofit/>
          </a:bodyPr>
          <a:lstStyle>
            <a:lvl1pPr>
              <a:defRPr sz="38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your slide title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/>
        </p:nvSpPr>
        <p:spPr>
          <a:xfrm>
            <a:off x="0" y="0"/>
            <a:ext cx="2072518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8183" y="692150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3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FB13EB2-2DF8-9045-814C-195F952B3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6875" y="706871"/>
            <a:ext cx="8843758" cy="948334"/>
          </a:xfrm>
        </p:spPr>
        <p:txBody>
          <a:bodyPr anchor="t">
            <a:norm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B36DEFA1-5170-BC4D-B865-A8508E4CF7F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31219" y="2507361"/>
            <a:ext cx="4166598" cy="300987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984DDD30-51E0-9E40-90F4-AD6B46585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1219" y="1832652"/>
            <a:ext cx="416659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2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Click to edit header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B7901D8-F486-D844-8E2B-5DF6F04D1BB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663113" y="2507361"/>
            <a:ext cx="4166598" cy="300987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BC26AA26-D623-104C-822B-139E9B90B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63113" y="1832652"/>
            <a:ext cx="416659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2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Click to edit header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15" name="Rechteck 23">
            <a:extLst>
              <a:ext uri="{FF2B5EF4-FFF2-40B4-BE49-F238E27FC236}">
                <a16:creationId xmlns:a16="http://schemas.microsoft.com/office/drawing/2014/main" id="{F8C6E2B9-603E-E146-BBE3-340B7569E2EE}"/>
              </a:ext>
            </a:extLst>
          </p:cNvPr>
          <p:cNvSpPr/>
          <p:nvPr/>
        </p:nvSpPr>
        <p:spPr>
          <a:xfrm>
            <a:off x="0" y="0"/>
            <a:ext cx="2072518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16" name="Grafik 16">
            <a:extLst>
              <a:ext uri="{FF2B5EF4-FFF2-40B4-BE49-F238E27FC236}">
                <a16:creationId xmlns:a16="http://schemas.microsoft.com/office/drawing/2014/main" id="{14E8CFF7-525F-0145-AA9A-A569AFF653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8183" y="692150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97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706871"/>
            <a:ext cx="4032250" cy="4810361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5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400674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3" name="Grafik 16">
            <a:extLst>
              <a:ext uri="{FF2B5EF4-FFF2-40B4-BE49-F238E27FC236}">
                <a16:creationId xmlns:a16="http://schemas.microsoft.com/office/drawing/2014/main" id="{A9830E2D-9638-E84A-8AD3-45A39FE742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4425" y="4884749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1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2174" y="2197926"/>
            <a:ext cx="8064501" cy="349424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2175" y="706871"/>
            <a:ext cx="8064501" cy="948334"/>
          </a:xfrm>
        </p:spPr>
        <p:txBody>
          <a:bodyPr anchor="t">
            <a:noAutofit/>
          </a:bodyPr>
          <a:lstStyle>
            <a:lvl1pPr>
              <a:defRPr sz="36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/>
        </p:nvSpPr>
        <p:spPr>
          <a:xfrm>
            <a:off x="0" y="2222202"/>
            <a:ext cx="2063750" cy="346996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BBBAECD4-3517-C546-914C-924B16E98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-6669"/>
            <a:ext cx="2387600" cy="2229172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80E6665-1E0B-CB41-8E75-6F470723895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3801" y="582585"/>
            <a:ext cx="1080000" cy="1056451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Product Icon</a:t>
            </a:r>
          </a:p>
        </p:txBody>
      </p:sp>
      <p:pic>
        <p:nvPicPr>
          <p:cNvPr id="11" name="Grafik 13">
            <a:extLst>
              <a:ext uri="{FF2B5EF4-FFF2-40B4-BE49-F238E27FC236}">
                <a16:creationId xmlns:a16="http://schemas.microsoft.com/office/drawing/2014/main" id="{064935B4-103A-7F4A-9792-42589D1816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3750" y="2222203"/>
            <a:ext cx="618108" cy="632483"/>
          </a:xfrm>
          <a:prstGeom prst="rect">
            <a:avLst/>
          </a:prstGeom>
        </p:spPr>
      </p:pic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AE3EBC98-CC52-6947-AAFC-7FB7959AC3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2174" y="1655205"/>
            <a:ext cx="8064501" cy="54272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Click to edit header</a:t>
            </a:r>
          </a:p>
        </p:txBody>
      </p:sp>
    </p:spTree>
    <p:extLst>
      <p:ext uri="{BB962C8B-B14F-4D97-AF65-F5344CB8AC3E}">
        <p14:creationId xmlns:p14="http://schemas.microsoft.com/office/powerpoint/2010/main" val="2730509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7">
            <a:extLst>
              <a:ext uri="{FF2B5EF4-FFF2-40B4-BE49-F238E27FC236}">
                <a16:creationId xmlns:a16="http://schemas.microsoft.com/office/drawing/2014/main" id="{1D733289-CD2B-FA46-AB3C-35BF5E385E5F}"/>
              </a:ext>
            </a:extLst>
          </p:cNvPr>
          <p:cNvSpPr/>
          <p:nvPr/>
        </p:nvSpPr>
        <p:spPr>
          <a:xfrm>
            <a:off x="6462083" y="1741"/>
            <a:ext cx="5729917" cy="616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Rechteck 23">
            <a:extLst>
              <a:ext uri="{FF2B5EF4-FFF2-40B4-BE49-F238E27FC236}">
                <a16:creationId xmlns:a16="http://schemas.microsoft.com/office/drawing/2014/main" id="{344D22FB-C279-9245-B22E-24DAA0810E87}"/>
              </a:ext>
            </a:extLst>
          </p:cNvPr>
          <p:cNvSpPr/>
          <p:nvPr/>
        </p:nvSpPr>
        <p:spPr>
          <a:xfrm rot="5400000">
            <a:off x="9589944" y="3561660"/>
            <a:ext cx="1259510" cy="3944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325" y="1676120"/>
            <a:ext cx="5034593" cy="320862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  <a:p>
            <a:pPr lvl="0"/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034592" cy="948334"/>
          </a:xfrm>
        </p:spPr>
        <p:txBody>
          <a:bodyPr anchor="t">
            <a:noAutofit/>
          </a:bodyPr>
          <a:lstStyle>
            <a:lvl1pPr>
              <a:defRPr sz="3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76120"/>
            <a:ext cx="618108" cy="632483"/>
          </a:xfrm>
          <a:prstGeom prst="rect">
            <a:avLst/>
          </a:prstGeom>
        </p:spPr>
      </p:pic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DB7F2B7-818A-004A-82D6-2B410E0EDE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4944" y="1676121"/>
            <a:ext cx="4342872" cy="244329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1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– Lorem Ipsum</a:t>
            </a:r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8A81050F-6C4D-1C49-A22F-EFF21799FBF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6338" y="51726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6B4C3EB3-E682-6A4B-A153-213FB736B2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6338" y="55191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effectLst/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9FFB60-BF70-BC49-B6E5-1C423D829DB7}"/>
              </a:ext>
            </a:extLst>
          </p:cNvPr>
          <p:cNvGrpSpPr/>
          <p:nvPr/>
        </p:nvGrpSpPr>
        <p:grpSpPr>
          <a:xfrm>
            <a:off x="10156131" y="706871"/>
            <a:ext cx="1331913" cy="573289"/>
            <a:chOff x="7464425" y="706871"/>
            <a:chExt cx="1331913" cy="57328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F62CC0-FBBF-8140-9D87-5711A5E91CE6}"/>
                </a:ext>
              </a:extLst>
            </p:cNvPr>
            <p:cNvSpPr/>
            <p:nvPr/>
          </p:nvSpPr>
          <p:spPr>
            <a:xfrm>
              <a:off x="7464425" y="706871"/>
              <a:ext cx="1331913" cy="573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noProof="0">
                <a:latin typeface="Inter Light" panose="020B05020300000000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200E6A-C575-B54A-B390-31DC7A23B2BE}"/>
                </a:ext>
              </a:extLst>
            </p:cNvPr>
            <p:cNvSpPr txBox="1"/>
            <p:nvPr/>
          </p:nvSpPr>
          <p:spPr>
            <a:xfrm>
              <a:off x="7703020" y="808849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noProof="0">
                  <a:solidFill>
                    <a:schemeClr val="tx2"/>
                  </a:solidFill>
                  <a:latin typeface="Inter Light" panose="020B0502030000000004" pitchFamily="34" charset="0"/>
                  <a:ea typeface="Inter Light" panose="020B0502030000000004" pitchFamily="34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8994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/>
        </p:nvSpPr>
        <p:spPr>
          <a:xfrm>
            <a:off x="4727575" y="0"/>
            <a:ext cx="7464426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30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7575" y="5532975"/>
            <a:ext cx="618108" cy="632483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32382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.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05408D-0C52-BA4B-BFAB-4A268C3CCE4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345113" y="692150"/>
            <a:ext cx="6153150" cy="448945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21686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agrap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/>
        </p:nvSpPr>
        <p:spPr>
          <a:xfrm>
            <a:off x="0" y="-1"/>
            <a:ext cx="12191999" cy="61658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2518" y="2072873"/>
            <a:ext cx="8101013" cy="632483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solidFill>
                  <a:schemeClr val="bg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2517" y="2791081"/>
            <a:ext cx="8101013" cy="22521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53440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79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ution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1F23-83DA-8D42-882B-C0F4F80B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1B2D9-1D42-B541-9CA5-E2EEF6157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EEBCF-8458-8E42-A68A-A467DF033D8C}"/>
              </a:ext>
            </a:extLst>
          </p:cNvPr>
          <p:cNvSpPr/>
          <p:nvPr/>
        </p:nvSpPr>
        <p:spPr>
          <a:xfrm>
            <a:off x="3432175" y="5298284"/>
            <a:ext cx="8064500" cy="86756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5" name="Rechteck 12">
            <a:extLst>
              <a:ext uri="{FF2B5EF4-FFF2-40B4-BE49-F238E27FC236}">
                <a16:creationId xmlns:a16="http://schemas.microsoft.com/office/drawing/2014/main" id="{5F42F3CF-5E38-C042-AE95-EB59B6318783}"/>
              </a:ext>
            </a:extLst>
          </p:cNvPr>
          <p:cNvSpPr/>
          <p:nvPr/>
        </p:nvSpPr>
        <p:spPr>
          <a:xfrm>
            <a:off x="0" y="1700416"/>
            <a:ext cx="3432175" cy="4465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A7188130-A548-2845-971B-EDFCC30D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75" y="5298284"/>
            <a:ext cx="847848" cy="86756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D533CC-15CD-D042-AB32-3C789CA3130E}"/>
              </a:ext>
            </a:extLst>
          </p:cNvPr>
          <p:cNvGrpSpPr/>
          <p:nvPr/>
        </p:nvGrpSpPr>
        <p:grpSpPr>
          <a:xfrm>
            <a:off x="608446" y="2147689"/>
            <a:ext cx="6039593" cy="3294323"/>
            <a:chOff x="608446" y="2147689"/>
            <a:chExt cx="5602009" cy="3055641"/>
          </a:xfrm>
        </p:grpSpPr>
        <p:pic>
          <p:nvPicPr>
            <p:cNvPr id="8" name="Grafik 9">
              <a:extLst>
                <a:ext uri="{FF2B5EF4-FFF2-40B4-BE49-F238E27FC236}">
                  <a16:creationId xmlns:a16="http://schemas.microsoft.com/office/drawing/2014/main" id="{8581A218-7C48-F940-88C8-79DD11C3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46" y="2147689"/>
              <a:ext cx="5602009" cy="3055641"/>
            </a:xfrm>
            <a:prstGeom prst="rect">
              <a:avLst/>
            </a:prstGeom>
          </p:spPr>
        </p:pic>
        <p:sp>
          <p:nvSpPr>
            <p:cNvPr id="9" name="Bildplatzhalter 4">
              <a:extLst>
                <a:ext uri="{FF2B5EF4-FFF2-40B4-BE49-F238E27FC236}">
                  <a16:creationId xmlns:a16="http://schemas.microsoft.com/office/drawing/2014/main" id="{57D8E273-1370-6C46-9F2F-16E134A637A4}"/>
                </a:ext>
              </a:extLst>
            </p:cNvPr>
            <p:cNvSpPr txBox="1">
              <a:spLocks/>
            </p:cNvSpPr>
            <p:nvPr/>
          </p:nvSpPr>
          <p:spPr>
            <a:xfrm>
              <a:off x="1429985" y="2497257"/>
              <a:ext cx="3962216" cy="2236023"/>
            </a:xfrm>
            <a:prstGeom prst="roundRect">
              <a:avLst>
                <a:gd name="adj" fmla="val 158"/>
              </a:avLst>
            </a:prstGeom>
            <a:solidFill>
              <a:schemeClr val="bg2">
                <a:lumMod val="90000"/>
              </a:schemeClr>
            </a:solidFill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i="0" kern="1200" baseline="0">
                  <a:solidFill>
                    <a:schemeClr val="tx1"/>
                  </a:solidFill>
                  <a:latin typeface="Inter Light" panose="020B0502030000000004" pitchFamily="34" charset="0"/>
                  <a:ea typeface="Inter Light" panose="020B0502030000000004" pitchFamily="34" charset="0"/>
                  <a:cs typeface="Inter Light" panose="02000403000000020004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16:9 Image Size</a:t>
              </a:r>
            </a:p>
          </p:txBody>
        </p:sp>
      </p:grpSp>
      <p:sp>
        <p:nvSpPr>
          <p:cNvPr id="10" name="Untertitel 2">
            <a:extLst>
              <a:ext uri="{FF2B5EF4-FFF2-40B4-BE49-F238E27FC236}">
                <a16:creationId xmlns:a16="http://schemas.microsoft.com/office/drawing/2014/main" id="{52DD916E-F58E-EC4D-8208-58FCF447BDAC}"/>
              </a:ext>
            </a:extLst>
          </p:cNvPr>
          <p:cNvSpPr txBox="1">
            <a:spLocks/>
          </p:cNvSpPr>
          <p:nvPr/>
        </p:nvSpPr>
        <p:spPr>
          <a:xfrm>
            <a:off x="7345680" y="1850058"/>
            <a:ext cx="4152135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2800" b="1" i="0" kern="1200" baseline="0" smtClean="0">
                <a:solidFill>
                  <a:schemeClr val="tx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Lorem ipsum dolor sit </a:t>
            </a:r>
            <a:r>
              <a:rPr lang="en-US" sz="1600" err="1"/>
              <a:t>amet</a:t>
            </a:r>
            <a:r>
              <a:rPr lang="en-US" sz="1600"/>
              <a:t>, </a:t>
            </a:r>
            <a:r>
              <a:rPr lang="en-US" sz="1600" err="1"/>
              <a:t>consect</a:t>
            </a:r>
            <a:endParaRPr lang="en-US" sz="160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A4273B47-F90D-8B44-B6A8-4587881AC76F}"/>
              </a:ext>
            </a:extLst>
          </p:cNvPr>
          <p:cNvSpPr txBox="1">
            <a:spLocks/>
          </p:cNvSpPr>
          <p:nvPr/>
        </p:nvSpPr>
        <p:spPr>
          <a:xfrm>
            <a:off x="7345680" y="21741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2" name="Grafik 16">
            <a:extLst>
              <a:ext uri="{FF2B5EF4-FFF2-40B4-BE49-F238E27FC236}">
                <a16:creationId xmlns:a16="http://schemas.microsoft.com/office/drawing/2014/main" id="{1E29F6EB-4239-2249-BBA6-800347B7516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226980"/>
            <a:ext cx="295491" cy="297582"/>
          </a:xfrm>
          <a:prstGeom prst="rect">
            <a:avLst/>
          </a:prstGeom>
        </p:spPr>
      </p:pic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E6007112-86C1-BE49-9ACB-85B59C41C940}"/>
              </a:ext>
            </a:extLst>
          </p:cNvPr>
          <p:cNvSpPr txBox="1">
            <a:spLocks/>
          </p:cNvSpPr>
          <p:nvPr/>
        </p:nvSpPr>
        <p:spPr>
          <a:xfrm>
            <a:off x="7345680" y="2776955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4" name="Grafik 16">
            <a:extLst>
              <a:ext uri="{FF2B5EF4-FFF2-40B4-BE49-F238E27FC236}">
                <a16:creationId xmlns:a16="http://schemas.microsoft.com/office/drawing/2014/main" id="{22574392-9496-9046-959C-C7649FE416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829792"/>
            <a:ext cx="295491" cy="297582"/>
          </a:xfrm>
          <a:prstGeom prst="rect">
            <a:avLst/>
          </a:prstGeom>
        </p:spPr>
      </p:pic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BC679538-16F2-724F-A0EF-D99FA3D33251}"/>
              </a:ext>
            </a:extLst>
          </p:cNvPr>
          <p:cNvSpPr txBox="1">
            <a:spLocks/>
          </p:cNvSpPr>
          <p:nvPr/>
        </p:nvSpPr>
        <p:spPr>
          <a:xfrm>
            <a:off x="7345680" y="3374999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6" name="Grafik 16">
            <a:extLst>
              <a:ext uri="{FF2B5EF4-FFF2-40B4-BE49-F238E27FC236}">
                <a16:creationId xmlns:a16="http://schemas.microsoft.com/office/drawing/2014/main" id="{1B1C63CA-180F-AC45-AB88-D2FE476CD7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3427836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AB0E6BB-9957-364D-99BE-57AF609FBE5B}"/>
              </a:ext>
            </a:extLst>
          </p:cNvPr>
          <p:cNvSpPr txBox="1">
            <a:spLocks/>
          </p:cNvSpPr>
          <p:nvPr/>
        </p:nvSpPr>
        <p:spPr>
          <a:xfrm>
            <a:off x="7345680" y="39730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8" name="Grafik 16">
            <a:extLst>
              <a:ext uri="{FF2B5EF4-FFF2-40B4-BE49-F238E27FC236}">
                <a16:creationId xmlns:a16="http://schemas.microsoft.com/office/drawing/2014/main" id="{B07D0549-35E5-F94C-AA5B-24FE58C0D23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025880"/>
            <a:ext cx="295491" cy="297582"/>
          </a:xfrm>
          <a:prstGeom prst="rect">
            <a:avLst/>
          </a:prstGeom>
        </p:spPr>
      </p:pic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82912617-AB8A-2B40-AE58-587A1242A7F1}"/>
              </a:ext>
            </a:extLst>
          </p:cNvPr>
          <p:cNvSpPr txBox="1">
            <a:spLocks/>
          </p:cNvSpPr>
          <p:nvPr/>
        </p:nvSpPr>
        <p:spPr>
          <a:xfrm>
            <a:off x="4727576" y="5444353"/>
            <a:ext cx="6519546" cy="6046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,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consectetuer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.</a:t>
            </a:r>
            <a:br>
              <a:rPr lang="en-US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</a:br>
            <a:r>
              <a:rPr lang="en-GB" sz="1200" err="1"/>
              <a:t>Tuis</a:t>
            </a:r>
            <a:r>
              <a:rPr lang="en-GB" sz="1200"/>
              <a:t> </a:t>
            </a:r>
            <a:r>
              <a:rPr lang="en-GB" sz="1200" err="1"/>
              <a:t>nostrud</a:t>
            </a:r>
            <a:r>
              <a:rPr lang="en-GB" sz="1200"/>
              <a:t> exercitation </a:t>
            </a:r>
            <a:r>
              <a:rPr lang="en-GB" sz="1200" err="1"/>
              <a:t>ullamco</a:t>
            </a:r>
            <a:r>
              <a:rPr lang="en-GB" sz="1200"/>
              <a:t> </a:t>
            </a:r>
            <a:r>
              <a:rPr lang="en-GB" sz="1200" err="1"/>
              <a:t>laboris</a:t>
            </a:r>
            <a:r>
              <a:rPr lang="en-GB" sz="1200"/>
              <a:t> nisi </a:t>
            </a:r>
            <a:r>
              <a:rPr lang="en-GB" sz="1200" err="1"/>
              <a:t>ut</a:t>
            </a:r>
            <a:r>
              <a:rPr lang="en-GB" sz="1200"/>
              <a:t> </a:t>
            </a:r>
            <a:r>
              <a:rPr lang="en-GB" sz="1200" err="1"/>
              <a:t>aliquip</a:t>
            </a:r>
            <a:r>
              <a:rPr lang="en-GB" sz="1200"/>
              <a:t> ex </a:t>
            </a:r>
            <a:r>
              <a:rPr lang="en-GB" sz="1200" err="1"/>
              <a:t>ea</a:t>
            </a:r>
            <a:r>
              <a:rPr lang="en-GB" sz="1200"/>
              <a:t> </a:t>
            </a:r>
            <a:r>
              <a:rPr lang="en-GB" sz="1200" err="1"/>
              <a:t>commodo</a:t>
            </a:r>
            <a:r>
              <a:rPr lang="en-GB" sz="1200"/>
              <a:t> </a:t>
            </a:r>
            <a:r>
              <a:rPr lang="en-GB" sz="1200" err="1"/>
              <a:t>consequat</a:t>
            </a:r>
            <a:r>
              <a:rPr lang="en-GB" sz="1200"/>
              <a:t>.</a:t>
            </a:r>
            <a:endParaRPr lang="en-US" sz="1200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9AAFCE41-682D-4847-995E-31DBFAE5C611}"/>
              </a:ext>
            </a:extLst>
          </p:cNvPr>
          <p:cNvSpPr txBox="1">
            <a:spLocks/>
          </p:cNvSpPr>
          <p:nvPr/>
        </p:nvSpPr>
        <p:spPr>
          <a:xfrm>
            <a:off x="7345680" y="4573700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21" name="Grafik 16">
            <a:extLst>
              <a:ext uri="{FF2B5EF4-FFF2-40B4-BE49-F238E27FC236}">
                <a16:creationId xmlns:a16="http://schemas.microsoft.com/office/drawing/2014/main" id="{C9324809-E0A9-7442-8BEA-FC848611E2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626537"/>
            <a:ext cx="295491" cy="2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6151" y="250144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. Aenean </a:t>
            </a:r>
            <a:r>
              <a:rPr lang="en-US" noProof="0" dirty="0" err="1"/>
              <a:t>commodo</a:t>
            </a:r>
            <a:r>
              <a:rPr lang="en-US" noProof="0" dirty="0"/>
              <a:t> ligula </a:t>
            </a:r>
            <a:r>
              <a:rPr lang="en-US" noProof="0" dirty="0" err="1"/>
              <a:t>eget</a:t>
            </a:r>
            <a:r>
              <a:rPr lang="en-US" noProof="0" dirty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3507098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4477965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5442781"/>
            <a:ext cx="295491" cy="297582"/>
          </a:xfrm>
          <a:prstGeom prst="rect">
            <a:avLst/>
          </a:prstGeom>
        </p:spPr>
      </p:pic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7A255AB6-F7C6-2D44-942F-68BBAA90CF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6151" y="346020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1FE6BF73-E03D-1543-AAB0-B616829D0E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6151" y="443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5BAB2006-7F25-3A4A-9639-51C32B2AB4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6151" y="539418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5" name="Textplatzhalter 16">
            <a:extLst>
              <a:ext uri="{FF2B5EF4-FFF2-40B4-BE49-F238E27FC236}">
                <a16:creationId xmlns:a16="http://schemas.microsoft.com/office/drawing/2014/main" id="{4349A6AC-B0AC-414F-8744-24DD4807E0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18514" y="250144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30FBB70D-B467-C448-840E-86CB497FEA0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548335"/>
            <a:ext cx="295491" cy="297582"/>
          </a:xfrm>
          <a:prstGeom prst="rect">
            <a:avLst/>
          </a:prstGeom>
        </p:spPr>
      </p:pic>
      <p:pic>
        <p:nvPicPr>
          <p:cNvPr id="37" name="Grafik 16">
            <a:extLst>
              <a:ext uri="{FF2B5EF4-FFF2-40B4-BE49-F238E27FC236}">
                <a16:creationId xmlns:a16="http://schemas.microsoft.com/office/drawing/2014/main" id="{E7F586A2-156F-614C-A7AA-5DC1BAE9DD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507098"/>
            <a:ext cx="295491" cy="297582"/>
          </a:xfrm>
          <a:prstGeom prst="rect">
            <a:avLst/>
          </a:prstGeom>
        </p:spPr>
      </p:pic>
      <p:pic>
        <p:nvPicPr>
          <p:cNvPr id="38" name="Grafik 16">
            <a:extLst>
              <a:ext uri="{FF2B5EF4-FFF2-40B4-BE49-F238E27FC236}">
                <a16:creationId xmlns:a16="http://schemas.microsoft.com/office/drawing/2014/main" id="{46945746-7839-1546-B7FB-EBB61C6156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477965"/>
            <a:ext cx="295491" cy="297582"/>
          </a:xfrm>
          <a:prstGeom prst="rect">
            <a:avLst/>
          </a:prstGeom>
        </p:spPr>
      </p:pic>
      <p:pic>
        <p:nvPicPr>
          <p:cNvPr id="39" name="Grafik 16">
            <a:extLst>
              <a:ext uri="{FF2B5EF4-FFF2-40B4-BE49-F238E27FC236}">
                <a16:creationId xmlns:a16="http://schemas.microsoft.com/office/drawing/2014/main" id="{1CA38834-4CEA-D644-967D-225DE6E4E5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442781"/>
            <a:ext cx="295491" cy="297582"/>
          </a:xfrm>
          <a:prstGeom prst="rect">
            <a:avLst/>
          </a:prstGeom>
        </p:spPr>
      </p:pic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5109AB33-0216-5446-9E3E-B7F2139E68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8514" y="346020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8180C8C7-B3B4-E848-9451-7C47CA81EA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8514" y="443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8062FEE9-82C9-3A40-A38F-2B17FAA90E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8514" y="539418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8059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2280" y="3338345"/>
            <a:ext cx="3055100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D6047C-D8C9-4749-BC3E-91DE170BCC43}"/>
              </a:ext>
            </a:extLst>
          </p:cNvPr>
          <p:cNvSpPr/>
          <p:nvPr/>
        </p:nvSpPr>
        <p:spPr>
          <a:xfrm>
            <a:off x="4559240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57835BAB-AB46-FF4B-B9CC-FC3260C29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8099" y="3338345"/>
            <a:ext cx="3055100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1130" y="3338345"/>
            <a:ext cx="3036558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48" name="Grafik 16">
            <a:extLst>
              <a:ext uri="{FF2B5EF4-FFF2-40B4-BE49-F238E27FC236}">
                <a16:creationId xmlns:a16="http://schemas.microsoft.com/office/drawing/2014/main" id="{820CEF5C-6098-F749-B8DA-7D0AF25723F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1817" y="1848106"/>
            <a:ext cx="289540" cy="30037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8EB2FE9F-1277-2746-B44C-EAC86870BBCB}"/>
              </a:ext>
            </a:extLst>
          </p:cNvPr>
          <p:cNvSpPr/>
          <p:nvPr/>
        </p:nvSpPr>
        <p:spPr>
          <a:xfrm>
            <a:off x="704312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6889" y="1848106"/>
            <a:ext cx="289540" cy="30037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37562CD-F553-9E46-9097-5009E58988D6}"/>
              </a:ext>
            </a:extLst>
          </p:cNvPr>
          <p:cNvSpPr/>
          <p:nvPr/>
        </p:nvSpPr>
        <p:spPr>
          <a:xfrm>
            <a:off x="8453991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3" name="Grafik 16">
            <a:extLst>
              <a:ext uri="{FF2B5EF4-FFF2-40B4-BE49-F238E27FC236}">
                <a16:creationId xmlns:a16="http://schemas.microsoft.com/office/drawing/2014/main" id="{B500CF65-3B1C-6F46-803D-49C74F7523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6568" y="1848106"/>
            <a:ext cx="289540" cy="3003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795998-8A69-A14E-86B5-59646CF31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57713" y="2265527"/>
            <a:ext cx="305435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3990" y="2265527"/>
            <a:ext cx="3036557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62" y="2265527"/>
            <a:ext cx="305435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9905D24-5B48-754A-A639-EC1606F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98162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542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/>
        </p:nvSpPr>
        <p:spPr>
          <a:xfrm>
            <a:off x="695327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224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43223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46A8EE-F100-234D-A187-F6B1E66CEEF3}"/>
              </a:ext>
            </a:extLst>
          </p:cNvPr>
          <p:cNvSpPr/>
          <p:nvPr/>
        </p:nvSpPr>
        <p:spPr>
          <a:xfrm>
            <a:off x="695327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F246E0-36A9-EA44-B2F8-1C50D85BDCC0}"/>
              </a:ext>
            </a:extLst>
          </p:cNvPr>
          <p:cNvSpPr/>
          <p:nvPr/>
        </p:nvSpPr>
        <p:spPr>
          <a:xfrm>
            <a:off x="695327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1726825"/>
            <a:ext cx="289540" cy="300378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FAF350C9-8C30-F94A-8DD1-564A41D985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43224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B47A50E-EE14-8E4A-9555-D6E7A49A9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3223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5" name="Grafik 16">
            <a:extLst>
              <a:ext uri="{FF2B5EF4-FFF2-40B4-BE49-F238E27FC236}">
                <a16:creationId xmlns:a16="http://schemas.microsoft.com/office/drawing/2014/main" id="{5695F5D4-0E72-754B-BC91-FFE1A043C1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3264061"/>
            <a:ext cx="289540" cy="300378"/>
          </a:xfrm>
          <a:prstGeom prst="rect">
            <a:avLst/>
          </a:prstGeom>
        </p:spPr>
      </p:pic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F5D09911-706B-4D48-AE36-9EC5A378DC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43224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27AF3F75-C06C-C54D-AB3C-2F2A2CA1C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43223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8" name="Grafik 16">
            <a:extLst>
              <a:ext uri="{FF2B5EF4-FFF2-40B4-BE49-F238E27FC236}">
                <a16:creationId xmlns:a16="http://schemas.microsoft.com/office/drawing/2014/main" id="{066EFA93-76C4-FD49-8BAC-115C89EC4FA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4804472"/>
            <a:ext cx="289540" cy="30037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1743F4EF-31C3-4445-B4A6-D5CD6BAA4DA0}"/>
              </a:ext>
            </a:extLst>
          </p:cNvPr>
          <p:cNvSpPr/>
          <p:nvPr/>
        </p:nvSpPr>
        <p:spPr>
          <a:xfrm>
            <a:off x="6377483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4" name="Textplatzhalter 16">
            <a:extLst>
              <a:ext uri="{FF2B5EF4-FFF2-40B4-BE49-F238E27FC236}">
                <a16:creationId xmlns:a16="http://schemas.microsoft.com/office/drawing/2014/main" id="{0CEC0A82-B16A-C04E-8A3C-D08AAB174E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5380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E487C88B-F1FA-9244-8648-D81CEB83BF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5379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D91B81B-62BD-1F46-9AC2-0BCD633E6FE0}"/>
              </a:ext>
            </a:extLst>
          </p:cNvPr>
          <p:cNvSpPr/>
          <p:nvPr/>
        </p:nvSpPr>
        <p:spPr>
          <a:xfrm>
            <a:off x="6377483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37E4827-2D02-B043-933D-A8F643E53B85}"/>
              </a:ext>
            </a:extLst>
          </p:cNvPr>
          <p:cNvSpPr/>
          <p:nvPr/>
        </p:nvSpPr>
        <p:spPr>
          <a:xfrm>
            <a:off x="6377483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88" name="Grafik 16">
            <a:extLst>
              <a:ext uri="{FF2B5EF4-FFF2-40B4-BE49-F238E27FC236}">
                <a16:creationId xmlns:a16="http://schemas.microsoft.com/office/drawing/2014/main" id="{A9D54F36-D51A-8D43-BCBE-B93F18E58A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1726825"/>
            <a:ext cx="289540" cy="300378"/>
          </a:xfrm>
          <a:prstGeom prst="rect">
            <a:avLst/>
          </a:prstGeom>
        </p:spPr>
      </p:pic>
      <p:sp>
        <p:nvSpPr>
          <p:cNvPr id="89" name="Textplatzhalter 16">
            <a:extLst>
              <a:ext uri="{FF2B5EF4-FFF2-40B4-BE49-F238E27FC236}">
                <a16:creationId xmlns:a16="http://schemas.microsoft.com/office/drawing/2014/main" id="{BF464C80-F76C-6844-A329-75F4C3CB8B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380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2C2DEB78-827B-AE4C-9318-686967637C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5379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1" name="Grafik 16">
            <a:extLst>
              <a:ext uri="{FF2B5EF4-FFF2-40B4-BE49-F238E27FC236}">
                <a16:creationId xmlns:a16="http://schemas.microsoft.com/office/drawing/2014/main" id="{7BE876F1-36CD-764A-A579-3EFD7712A7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3264061"/>
            <a:ext cx="289540" cy="300378"/>
          </a:xfrm>
          <a:prstGeom prst="rect">
            <a:avLst/>
          </a:prstGeom>
        </p:spPr>
      </p:pic>
      <p:sp>
        <p:nvSpPr>
          <p:cNvPr id="92" name="Textplatzhalter 16">
            <a:extLst>
              <a:ext uri="{FF2B5EF4-FFF2-40B4-BE49-F238E27FC236}">
                <a16:creationId xmlns:a16="http://schemas.microsoft.com/office/drawing/2014/main" id="{DD1F6F37-31F7-EA4A-B6F0-7D05CA5866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5380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32C03A1E-6ABA-7B48-A7DE-377D385D2D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5379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4" name="Grafik 16">
            <a:extLst>
              <a:ext uri="{FF2B5EF4-FFF2-40B4-BE49-F238E27FC236}">
                <a16:creationId xmlns:a16="http://schemas.microsoft.com/office/drawing/2014/main" id="{B9FECEB7-3A74-EE4A-80AA-365CF4A388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4804472"/>
            <a:ext cx="289540" cy="30037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7CFEC95-B5EF-2B40-9DAE-207E28554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06871"/>
            <a:ext cx="10801349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B7155252-6474-8649-81F9-35993D3E1CB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6103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11363DB4-0820-E64A-8F4C-62E9BCD58B5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76103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8C442685-3CBE-404D-8AFD-B124D5BD53A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76103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EA286491-6915-C445-BDA2-C4E55153574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62566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8FAF9563-632F-BA4A-A171-3B721632EEC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62566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ACA2601D-BF25-AD40-AA3E-A83D9402CF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462566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698234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23">
            <a:extLst>
              <a:ext uri="{FF2B5EF4-FFF2-40B4-BE49-F238E27FC236}">
                <a16:creationId xmlns:a16="http://schemas.microsoft.com/office/drawing/2014/main" id="{72E25D46-9AA9-1F4B-930B-2A0038DCCABB}"/>
              </a:ext>
            </a:extLst>
          </p:cNvPr>
          <p:cNvSpPr/>
          <p:nvPr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0" name="Bildplatzhalter 28">
            <a:extLst>
              <a:ext uri="{FF2B5EF4-FFF2-40B4-BE49-F238E27FC236}">
                <a16:creationId xmlns:a16="http://schemas.microsoft.com/office/drawing/2014/main" id="{E335270D-E825-794F-92F9-F20C9BEB53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418903" y="1859305"/>
            <a:ext cx="3077771" cy="2398416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AF6465-BB25-3F4D-80D2-1ADD600F1E44}"/>
              </a:ext>
            </a:extLst>
          </p:cNvPr>
          <p:cNvSpPr/>
          <p:nvPr/>
        </p:nvSpPr>
        <p:spPr>
          <a:xfrm>
            <a:off x="7712660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86BDA9-259A-1F48-9021-A755B9221EEF}"/>
              </a:ext>
            </a:extLst>
          </p:cNvPr>
          <p:cNvSpPr/>
          <p:nvPr/>
        </p:nvSpPr>
        <p:spPr>
          <a:xfrm>
            <a:off x="5783552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A276B3-BBA7-A04A-970C-154A0C1BCABD}"/>
              </a:ext>
            </a:extLst>
          </p:cNvPr>
          <p:cNvSpPr/>
          <p:nvPr/>
        </p:nvSpPr>
        <p:spPr>
          <a:xfrm>
            <a:off x="3854444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E95B1F-AB8C-9C49-B6D6-107419F7CD96}"/>
              </a:ext>
            </a:extLst>
          </p:cNvPr>
          <p:cNvSpPr/>
          <p:nvPr/>
        </p:nvSpPr>
        <p:spPr>
          <a:xfrm>
            <a:off x="1923953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/>
        </p:nvSpPr>
        <p:spPr>
          <a:xfrm>
            <a:off x="702472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2473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72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5929" y="2751843"/>
            <a:ext cx="289540" cy="3003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9A04811-10D1-5744-87DD-73359F380BA8}"/>
              </a:ext>
            </a:extLst>
          </p:cNvPr>
          <p:cNvSpPr/>
          <p:nvPr/>
        </p:nvSpPr>
        <p:spPr>
          <a:xfrm>
            <a:off x="2631580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DF6F12DB-54F8-4E43-8EA4-AF85CF911D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31581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ACA4D32-DECC-4C4E-9C14-E6D36B80DB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1580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3" name="Grafik 16">
            <a:extLst>
              <a:ext uri="{FF2B5EF4-FFF2-40B4-BE49-F238E27FC236}">
                <a16:creationId xmlns:a16="http://schemas.microsoft.com/office/drawing/2014/main" id="{7DDEEAC3-C68B-9546-AA52-EE848FC10C8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5037" y="2751843"/>
            <a:ext cx="289540" cy="30037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F77E3BA-923D-A549-B2D8-4F73C535ACC9}"/>
              </a:ext>
            </a:extLst>
          </p:cNvPr>
          <p:cNvSpPr/>
          <p:nvPr/>
        </p:nvSpPr>
        <p:spPr>
          <a:xfrm>
            <a:off x="4560688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951C04D6-982F-B74B-91C2-BC281B5F8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0689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AC0D748-221B-CE40-8609-B57C493EDD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60688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7" name="Grafik 16">
            <a:extLst>
              <a:ext uri="{FF2B5EF4-FFF2-40B4-BE49-F238E27FC236}">
                <a16:creationId xmlns:a16="http://schemas.microsoft.com/office/drawing/2014/main" id="{7A43475A-ECE9-8441-BDD4-CA07F9E39A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4145" y="2751843"/>
            <a:ext cx="289540" cy="30037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8002066-7B65-E744-B732-0816201E80E2}"/>
              </a:ext>
            </a:extLst>
          </p:cNvPr>
          <p:cNvSpPr/>
          <p:nvPr/>
        </p:nvSpPr>
        <p:spPr>
          <a:xfrm>
            <a:off x="6489796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9" name="Textplatzhalter 16">
            <a:extLst>
              <a:ext uri="{FF2B5EF4-FFF2-40B4-BE49-F238E27FC236}">
                <a16:creationId xmlns:a16="http://schemas.microsoft.com/office/drawing/2014/main" id="{80D25EE4-F6AE-5046-A1FB-289939B3B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9797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692DCF9D-FE43-1D43-9A9C-C3C85230DD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796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9CB4DBB6-2290-C34C-A36D-9AE6DBDFC1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253" y="2751843"/>
            <a:ext cx="289540" cy="300378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CF32B206-3C9C-CA46-82C6-08D17E569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6769100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67E759CB-ACEF-704B-BB44-24309C29EC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3446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8F56D93-F7B0-C14A-92EB-50650AF3373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732555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82DC9DC8-0756-B94E-B803-EB99E3699A5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656497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4" name="Bildplatzhalter 2">
            <a:extLst>
              <a:ext uri="{FF2B5EF4-FFF2-40B4-BE49-F238E27FC236}">
                <a16:creationId xmlns:a16="http://schemas.microsoft.com/office/drawing/2014/main" id="{433AC3CB-B925-974D-AD30-590A065D0F3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85400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5" name="Rechteck 23">
            <a:extLst>
              <a:ext uri="{FF2B5EF4-FFF2-40B4-BE49-F238E27FC236}">
                <a16:creationId xmlns:a16="http://schemas.microsoft.com/office/drawing/2014/main" id="{3F9E3C43-D828-0E4F-AEB1-343AAFE6DCBC}"/>
              </a:ext>
            </a:extLst>
          </p:cNvPr>
          <p:cNvSpPr/>
          <p:nvPr/>
        </p:nvSpPr>
        <p:spPr>
          <a:xfrm rot="5400000">
            <a:off x="9675696" y="3000929"/>
            <a:ext cx="1259510" cy="3773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79A8AEBE-4025-0142-B246-7D5E28C1C7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96338" y="4538825"/>
            <a:ext cx="2700337" cy="6973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a </a:t>
            </a:r>
            <a:r>
              <a:rPr lang="en-US" noProof="0" err="1"/>
              <a:t>dane</a:t>
            </a:r>
            <a:r>
              <a:rPr lang="en-US" noProof="0"/>
              <a:t> de nah </a:t>
            </a:r>
            <a:r>
              <a:rPr lang="en-US" noProof="0" err="1"/>
              <a:t>ednom</a:t>
            </a:r>
            <a:r>
              <a:rPr lang="en-US" noProof="0"/>
              <a:t> </a:t>
            </a:r>
            <a:r>
              <a:rPr lang="en-US" noProof="0" err="1"/>
              <a:t>rena</a:t>
            </a:r>
            <a:r>
              <a:rPr lang="en-US" noProof="0"/>
              <a:t> </a:t>
            </a:r>
            <a:r>
              <a:rPr lang="en-US" noProof="0" err="1"/>
              <a:t>disdos</a:t>
            </a:r>
            <a:r>
              <a:rPr lang="en-US" noProof="0"/>
              <a:t> se </a:t>
            </a:r>
            <a:r>
              <a:rPr lang="en-US" noProof="0" err="1"/>
              <a:t>kamp</a:t>
            </a:r>
            <a:r>
              <a:rPr lang="en-US" noProof="0"/>
              <a:t>.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748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graphicFrame>
        <p:nvGraphicFramePr>
          <p:cNvPr id="34" name="Table 4">
            <a:extLst>
              <a:ext uri="{FF2B5EF4-FFF2-40B4-BE49-F238E27FC236}">
                <a16:creationId xmlns:a16="http://schemas.microsoft.com/office/drawing/2014/main" id="{E508AF5F-15A4-194E-A427-2CF5A50A2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353017"/>
              </p:ext>
            </p:extLst>
          </p:nvPr>
        </p:nvGraphicFramePr>
        <p:xfrm>
          <a:off x="6245712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A757C1F-6BAB-D842-856D-6292B0142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16338"/>
              </p:ext>
            </p:extLst>
          </p:nvPr>
        </p:nvGraphicFramePr>
        <p:xfrm>
          <a:off x="703636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537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pic>
        <p:nvPicPr>
          <p:cNvPr id="7" name="Picture 48">
            <a:extLst>
              <a:ext uri="{FF2B5EF4-FFF2-40B4-BE49-F238E27FC236}">
                <a16:creationId xmlns:a16="http://schemas.microsoft.com/office/drawing/2014/main" id="{B977ADDE-4E50-2D4C-9A75-E3C3491E8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06549" y="2183613"/>
            <a:ext cx="9363108" cy="29776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DED85E-0EC6-2F49-8EE8-7174015ACA32}"/>
              </a:ext>
            </a:extLst>
          </p:cNvPr>
          <p:cNvSpPr/>
          <p:nvPr/>
        </p:nvSpPr>
        <p:spPr>
          <a:xfrm>
            <a:off x="282638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36611-6B99-2F45-9C82-FF0B865A0555}"/>
              </a:ext>
            </a:extLst>
          </p:cNvPr>
          <p:cNvSpPr/>
          <p:nvPr/>
        </p:nvSpPr>
        <p:spPr>
          <a:xfrm>
            <a:off x="579310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BD796F-B904-3347-8214-0C37716AC9EA}"/>
              </a:ext>
            </a:extLst>
          </p:cNvPr>
          <p:cNvSpPr/>
          <p:nvPr/>
        </p:nvSpPr>
        <p:spPr>
          <a:xfrm>
            <a:off x="8796338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FA710-B949-A341-8BAB-ADC6B815A228}"/>
              </a:ext>
            </a:extLst>
          </p:cNvPr>
          <p:cNvSpPr/>
          <p:nvPr/>
        </p:nvSpPr>
        <p:spPr>
          <a:xfrm>
            <a:off x="282638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25083E-2903-4D49-A3B9-B5BB939C35DF}"/>
              </a:ext>
            </a:extLst>
          </p:cNvPr>
          <p:cNvSpPr/>
          <p:nvPr/>
        </p:nvSpPr>
        <p:spPr>
          <a:xfrm>
            <a:off x="579310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DD30DC-5B67-BE44-8EE4-5BAAAF30F70B}"/>
              </a:ext>
            </a:extLst>
          </p:cNvPr>
          <p:cNvSpPr/>
          <p:nvPr/>
        </p:nvSpPr>
        <p:spPr>
          <a:xfrm>
            <a:off x="8796338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A5EC37-CFB6-2B45-B773-EB88268E464B}"/>
              </a:ext>
            </a:extLst>
          </p:cNvPr>
          <p:cNvSpPr/>
          <p:nvPr/>
        </p:nvSpPr>
        <p:spPr>
          <a:xfrm>
            <a:off x="282638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126EB9-48E8-2F46-BDE3-229DE590EF49}"/>
              </a:ext>
            </a:extLst>
          </p:cNvPr>
          <p:cNvSpPr/>
          <p:nvPr/>
        </p:nvSpPr>
        <p:spPr>
          <a:xfrm>
            <a:off x="579310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3D9404-2E57-B74B-B72D-166078FE7077}"/>
              </a:ext>
            </a:extLst>
          </p:cNvPr>
          <p:cNvSpPr/>
          <p:nvPr/>
        </p:nvSpPr>
        <p:spPr>
          <a:xfrm>
            <a:off x="8796338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3F4A229-B081-5240-B995-088D6CF03F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11395" y="25938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50E4001-8746-7740-9CD0-8B7874CBA2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11395" y="28224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05DD8C73-D1E0-C14F-BEC9-D6ADFCCA39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7368" y="25938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89DBF12-D07B-9C48-9BF2-FB2174A9BF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57368" y="28224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DDEC5183-7083-E34E-B691-2EF9FF9061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81159" y="25938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7A32A4F-A1B8-A84D-88E6-2ABE4C114A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81159" y="28224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2B2378F-9D8F-7846-BECE-DD7E6D3259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1395" y="40416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01296A8-F6E0-954A-8C06-A3C9380457B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11395" y="42702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B3DF09F-4B05-D140-BEAF-9C66591864C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7368" y="40416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0F25F04-B976-0041-B0D7-F5A75C5CBB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57368" y="42702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43C6C21-4029-1D4D-BF21-BDBEB2B547E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1159" y="40416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0F72A71A-CC59-CC4B-AE21-065EC9AACB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1159" y="42702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4B739DD-ECA6-6B47-8647-DC5AB81697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11395" y="5497875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4539150C-340B-A84D-93C5-F45EB5A03E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11395" y="5726475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52F10108-C64D-8346-8EC3-E07F3BC963F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57368" y="5497875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71D2174-E662-6F4F-A23C-671D587E350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57368" y="5726475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60D5C2-6EAE-534A-9E76-2CF7C991E67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81159" y="5497875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123A4B3-F895-3F44-98F1-A5002E2DF4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81159" y="5726475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68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oa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E4BD36-BA8D-8C4A-AE89-C39D50FEE585}"/>
              </a:ext>
            </a:extLst>
          </p:cNvPr>
          <p:cNvGrpSpPr/>
          <p:nvPr/>
        </p:nvGrpSpPr>
        <p:grpSpPr>
          <a:xfrm>
            <a:off x="703638" y="2580785"/>
            <a:ext cx="10885618" cy="1192306"/>
            <a:chOff x="703638" y="2580785"/>
            <a:chExt cx="10885618" cy="119230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214EF8-23F7-7B43-A0BC-53E3E86223FE}"/>
                </a:ext>
              </a:extLst>
            </p:cNvPr>
            <p:cNvSpPr/>
            <p:nvPr/>
          </p:nvSpPr>
          <p:spPr>
            <a:xfrm>
              <a:off x="703638" y="2580785"/>
              <a:ext cx="10794178" cy="119230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00403000000020004" pitchFamily="2" charset="0"/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107B6D6-2DD4-4249-A908-99B47179F5B0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2742149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B8F03ED-CC1B-E646-93B3-D13ECC6E46DB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3618607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FB860B-F970-C848-9EA7-ACF0928AAA00}"/>
                </a:ext>
              </a:extLst>
            </p:cNvPr>
            <p:cNvCxnSpPr>
              <a:cxnSpLocks/>
            </p:cNvCxnSpPr>
            <p:nvPr/>
          </p:nvCxnSpPr>
          <p:spPr>
            <a:xfrm>
              <a:off x="795078" y="3181285"/>
              <a:ext cx="10794178" cy="0"/>
            </a:xfrm>
            <a:prstGeom prst="line">
              <a:avLst/>
            </a:prstGeom>
            <a:ln w="571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9AC6CBE-B855-3C42-B3A1-E5F8C21A66E7}"/>
              </a:ext>
            </a:extLst>
          </p:cNvPr>
          <p:cNvCxnSpPr/>
          <p:nvPr/>
        </p:nvCxnSpPr>
        <p:spPr>
          <a:xfrm flipV="1">
            <a:off x="1559858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2264707-FBEE-EE4B-A4E3-98BDA339AB6E}"/>
              </a:ext>
            </a:extLst>
          </p:cNvPr>
          <p:cNvCxnSpPr/>
          <p:nvPr/>
        </p:nvCxnSpPr>
        <p:spPr>
          <a:xfrm flipV="1">
            <a:off x="3825729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B75D84-FC6D-D345-B3CD-5C1282AFF4F8}"/>
              </a:ext>
            </a:extLst>
          </p:cNvPr>
          <p:cNvCxnSpPr/>
          <p:nvPr/>
        </p:nvCxnSpPr>
        <p:spPr>
          <a:xfrm flipV="1">
            <a:off x="6103103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0D772F-21B3-D746-8C94-1EF744DC23E6}"/>
              </a:ext>
            </a:extLst>
          </p:cNvPr>
          <p:cNvCxnSpPr/>
          <p:nvPr/>
        </p:nvCxnSpPr>
        <p:spPr>
          <a:xfrm flipV="1">
            <a:off x="836897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BF7147E-D0A9-A349-9A9A-7F7730E55E74}"/>
              </a:ext>
            </a:extLst>
          </p:cNvPr>
          <p:cNvCxnSpPr/>
          <p:nvPr/>
        </p:nvCxnSpPr>
        <p:spPr>
          <a:xfrm flipV="1">
            <a:off x="1063250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DD25959-3A2B-6B49-9F30-71C37D7B9D30}"/>
              </a:ext>
            </a:extLst>
          </p:cNvPr>
          <p:cNvSpPr/>
          <p:nvPr/>
        </p:nvSpPr>
        <p:spPr>
          <a:xfrm>
            <a:off x="1083764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5AA73672-4F1E-D042-96A2-C7EF5ACB1DE5}"/>
              </a:ext>
            </a:extLst>
          </p:cNvPr>
          <p:cNvSpPr txBox="1">
            <a:spLocks/>
          </p:cNvSpPr>
          <p:nvPr/>
        </p:nvSpPr>
        <p:spPr>
          <a:xfrm>
            <a:off x="1164683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49E8B97-5BEA-9E42-9744-E9A8CFADCAA8}"/>
              </a:ext>
            </a:extLst>
          </p:cNvPr>
          <p:cNvSpPr/>
          <p:nvPr/>
        </p:nvSpPr>
        <p:spPr>
          <a:xfrm>
            <a:off x="333573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1986102-4FA9-0B4F-9A32-D00453F4E936}"/>
              </a:ext>
            </a:extLst>
          </p:cNvPr>
          <p:cNvSpPr txBox="1">
            <a:spLocks/>
          </p:cNvSpPr>
          <p:nvPr/>
        </p:nvSpPr>
        <p:spPr>
          <a:xfrm>
            <a:off x="341665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C3A8E6-1087-AB49-96A0-BA8FE6454BA1}"/>
              </a:ext>
            </a:extLst>
          </p:cNvPr>
          <p:cNvSpPr/>
          <p:nvPr/>
        </p:nvSpPr>
        <p:spPr>
          <a:xfrm>
            <a:off x="5606890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1" name="Bildplatzhalter 2">
            <a:extLst>
              <a:ext uri="{FF2B5EF4-FFF2-40B4-BE49-F238E27FC236}">
                <a16:creationId xmlns:a16="http://schemas.microsoft.com/office/drawing/2014/main" id="{6EFE28F7-5BE4-1D40-A1AB-A81DC599AE48}"/>
              </a:ext>
            </a:extLst>
          </p:cNvPr>
          <p:cNvSpPr txBox="1">
            <a:spLocks/>
          </p:cNvSpPr>
          <p:nvPr/>
        </p:nvSpPr>
        <p:spPr>
          <a:xfrm>
            <a:off x="5687809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088E4D-6E0F-014B-8A1C-74CBF1BA8F1F}"/>
              </a:ext>
            </a:extLst>
          </p:cNvPr>
          <p:cNvSpPr/>
          <p:nvPr/>
        </p:nvSpPr>
        <p:spPr>
          <a:xfrm>
            <a:off x="786525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3" name="Bildplatzhalter 2">
            <a:extLst>
              <a:ext uri="{FF2B5EF4-FFF2-40B4-BE49-F238E27FC236}">
                <a16:creationId xmlns:a16="http://schemas.microsoft.com/office/drawing/2014/main" id="{FCFE242E-FA85-3C4F-B7BF-A158FF651880}"/>
              </a:ext>
            </a:extLst>
          </p:cNvPr>
          <p:cNvSpPr txBox="1">
            <a:spLocks/>
          </p:cNvSpPr>
          <p:nvPr/>
        </p:nvSpPr>
        <p:spPr>
          <a:xfrm>
            <a:off x="794617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C4E3F4-A083-8F4B-862A-39EB151224B4}"/>
              </a:ext>
            </a:extLst>
          </p:cNvPr>
          <p:cNvSpPr/>
          <p:nvPr/>
        </p:nvSpPr>
        <p:spPr>
          <a:xfrm>
            <a:off x="10151975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6" name="Bildplatzhalter 2">
            <a:extLst>
              <a:ext uri="{FF2B5EF4-FFF2-40B4-BE49-F238E27FC236}">
                <a16:creationId xmlns:a16="http://schemas.microsoft.com/office/drawing/2014/main" id="{5D5BBC9A-B12E-A345-9F79-1CB11D2F5069}"/>
              </a:ext>
            </a:extLst>
          </p:cNvPr>
          <p:cNvSpPr txBox="1">
            <a:spLocks/>
          </p:cNvSpPr>
          <p:nvPr/>
        </p:nvSpPr>
        <p:spPr>
          <a:xfrm>
            <a:off x="10232894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7" name="Text Placeholder 31">
            <a:extLst>
              <a:ext uri="{FF2B5EF4-FFF2-40B4-BE49-F238E27FC236}">
                <a16:creationId xmlns:a16="http://schemas.microsoft.com/office/drawing/2014/main" id="{3D4805C6-F40D-E846-A307-6BEEA4143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1233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8" name="Text Placeholder 31">
            <a:extLst>
              <a:ext uri="{FF2B5EF4-FFF2-40B4-BE49-F238E27FC236}">
                <a16:creationId xmlns:a16="http://schemas.microsoft.com/office/drawing/2014/main" id="{F631DA04-B4A5-EC47-B976-BF6B4AEE0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65819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9" name="Text Placeholder 31">
            <a:extLst>
              <a:ext uri="{FF2B5EF4-FFF2-40B4-BE49-F238E27FC236}">
                <a16:creationId xmlns:a16="http://schemas.microsoft.com/office/drawing/2014/main" id="{409C26F6-8A05-1149-BD01-5C8CF75D80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0389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60" name="Text Placeholder 31">
            <a:extLst>
              <a:ext uri="{FF2B5EF4-FFF2-40B4-BE49-F238E27FC236}">
                <a16:creationId xmlns:a16="http://schemas.microsoft.com/office/drawing/2014/main" id="{B7583158-9555-3D4E-81CD-CD31EAF60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03836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1B08F677-79D4-134E-B15D-15DDBEB78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78406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887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5919" y="704967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7" name="Textplatzhalter 16">
            <a:extLst>
              <a:ext uri="{FF2B5EF4-FFF2-40B4-BE49-F238E27FC236}">
                <a16:creationId xmlns:a16="http://schemas.microsoft.com/office/drawing/2014/main" id="{15142D53-B3EA-CB49-AE6E-38FFEC98D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1133" y="3066325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58" name="Grafik 16">
            <a:extLst>
              <a:ext uri="{FF2B5EF4-FFF2-40B4-BE49-F238E27FC236}">
                <a16:creationId xmlns:a16="http://schemas.microsoft.com/office/drawing/2014/main" id="{CE6F5C69-3723-1144-959E-AAB357634D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064423"/>
            <a:ext cx="295491" cy="297582"/>
          </a:xfrm>
          <a:prstGeom prst="rect">
            <a:avLst/>
          </a:prstGeom>
        </p:spPr>
      </p:pic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D76CAA1F-4331-084F-96A2-D2874B7085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1133" y="3754947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0" name="Grafik 16">
            <a:extLst>
              <a:ext uri="{FF2B5EF4-FFF2-40B4-BE49-F238E27FC236}">
                <a16:creationId xmlns:a16="http://schemas.microsoft.com/office/drawing/2014/main" id="{AC40E66D-0AFC-F742-A67A-A7C294CFD9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738691"/>
            <a:ext cx="295491" cy="297582"/>
          </a:xfrm>
          <a:prstGeom prst="rect">
            <a:avLst/>
          </a:prstGeom>
        </p:spPr>
      </p:pic>
      <p:sp>
        <p:nvSpPr>
          <p:cNvPr id="61" name="Textplatzhalter 16">
            <a:extLst>
              <a:ext uri="{FF2B5EF4-FFF2-40B4-BE49-F238E27FC236}">
                <a16:creationId xmlns:a16="http://schemas.microsoft.com/office/drawing/2014/main" id="{14E37E97-6CFF-FC47-A560-8C59A2E35B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1134" y="4443569"/>
            <a:ext cx="5508240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2" name="Grafik 16">
            <a:extLst>
              <a:ext uri="{FF2B5EF4-FFF2-40B4-BE49-F238E27FC236}">
                <a16:creationId xmlns:a16="http://schemas.microsoft.com/office/drawing/2014/main" id="{6F314F01-EC0E-7041-8248-016987360C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4427313"/>
            <a:ext cx="295491" cy="297582"/>
          </a:xfrm>
          <a:prstGeom prst="rect">
            <a:avLst/>
          </a:prstGeom>
        </p:spPr>
      </p:pic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5919" y="1714401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insert Name</a:t>
            </a:r>
          </a:p>
        </p:txBody>
      </p:sp>
      <p:sp>
        <p:nvSpPr>
          <p:cNvPr id="64" name="Textplatzhalter 16">
            <a:extLst>
              <a:ext uri="{FF2B5EF4-FFF2-40B4-BE49-F238E27FC236}">
                <a16:creationId xmlns:a16="http://schemas.microsoft.com/office/drawing/2014/main" id="{428366D1-E1A8-5B4F-BBCA-636DFCB48F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5919" y="2182592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1"/>
            <a:ext cx="4032248" cy="2999064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44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451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F6A3-3131-41F6-82E7-B3C109628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B4C25-DFB4-477B-80C2-2A01AB6E9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07CB4-2468-4BD7-B0C0-A096CC0E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489BB-BC48-4CF9-BD6C-7CD23E551999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F1F6-097D-4120-BB95-35E9C4CC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06DD-95AF-4752-94F4-7870A508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3415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with 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7" name="Rechteck 23">
            <a:extLst>
              <a:ext uri="{FF2B5EF4-FFF2-40B4-BE49-F238E27FC236}">
                <a16:creationId xmlns:a16="http://schemas.microsoft.com/office/drawing/2014/main" id="{4AF87F76-7E86-A448-81E2-E798D34C1E75}"/>
              </a:ext>
            </a:extLst>
          </p:cNvPr>
          <p:cNvSpPr/>
          <p:nvPr userDrawn="1"/>
        </p:nvSpPr>
        <p:spPr>
          <a:xfrm>
            <a:off x="703637" y="2855045"/>
            <a:ext cx="4023938" cy="30619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E5EACF8F-1EE1-B748-A814-25EAA22F715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99972" y="3496608"/>
            <a:ext cx="2031268" cy="1923972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389" y="2548334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274613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992896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4730262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E6177C2-65F5-AF4A-B660-5F801996C9F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98389" y="3275643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333CF0C8-3BF1-6C43-A0F1-04EC82B3F062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98389" y="3999157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23C779C8-F23E-2943-9BCA-332E61C74549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098389" y="473026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pic>
        <p:nvPicPr>
          <p:cNvPr id="22" name="Grafik 16">
            <a:extLst>
              <a:ext uri="{FF2B5EF4-FFF2-40B4-BE49-F238E27FC236}">
                <a16:creationId xmlns:a16="http://schemas.microsoft.com/office/drawing/2014/main" id="{2110F236-D74B-C843-8B6C-2C82B9E2CA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841" y="2548334"/>
            <a:ext cx="693724" cy="6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80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2C714-3462-2B94-47BA-54957DF1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F1DA3-247D-6124-35D6-4FE68CE8D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B9AEA-62C9-A1FC-4015-65241DA59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A7B2E-1C7C-47EC-9B75-6284D98C865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5B0E1-D6CB-AD75-291F-5E8E5F6D9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84E88-D0D9-9523-6211-AF3FCFC57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BAB58-B13E-46AB-BA40-0FECD7273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4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E36F7-AF31-2BE3-A46F-A457761A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11073161" cy="468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288E15-7710-0D4F-EB61-F06B32BE9457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pPr/>
              <a:t>‹#›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BFE68-DB35-EE3E-2B01-9447377F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259" y="1239253"/>
            <a:ext cx="11073161" cy="4937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344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3F434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4625" indent="-174625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32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18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8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04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890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2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30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AB2AA1-BAEB-0E4E-9069-A7321058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slide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51B38-E4B3-4343-B4C2-807F67FE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8" y="1825625"/>
            <a:ext cx="10768930" cy="43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DB310F-0653-BD4A-BEAC-698936BB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88488" y="6356350"/>
            <a:ext cx="865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0097507-0F05-A245-B19F-052C1223ECE3}"/>
              </a:ext>
            </a:extLst>
          </p:cNvPr>
          <p:cNvSpPr txBox="1">
            <a:spLocks/>
          </p:cNvSpPr>
          <p:nvPr/>
        </p:nvSpPr>
        <p:spPr>
          <a:xfrm>
            <a:off x="703638" y="6356351"/>
            <a:ext cx="3024187" cy="365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 i="0" dirty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rPr>
              <a:t>© Copyright 2022 JAGGAER – All Rights Reserved</a:t>
            </a:r>
            <a:endParaRPr lang="de-DE" sz="800" b="0" i="0" dirty="0">
              <a:solidFill>
                <a:schemeClr val="bg1">
                  <a:lumMod val="50000"/>
                </a:schemeClr>
              </a:solidFill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31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Inter" panose="02000403000000020004" pitchFamily="2" charset="0"/>
          <a:ea typeface="Inter" panose="02000403000000020004" pitchFamily="2" charset="0"/>
          <a:cs typeface="Inter" panose="020004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642B-D45F-9135-99B9-A69B1F1B7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Executive Summaries</a:t>
            </a:r>
          </a:p>
        </p:txBody>
      </p:sp>
    </p:spTree>
    <p:extLst>
      <p:ext uri="{BB962C8B-B14F-4D97-AF65-F5344CB8AC3E}">
        <p14:creationId xmlns:p14="http://schemas.microsoft.com/office/powerpoint/2010/main" val="171443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8B61-2B29-79F9-400F-4E57E28D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Summary: Assessment JLL 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188E652E-839E-EC4C-87C1-8F2F12A887B2}"/>
              </a:ext>
            </a:extLst>
          </p:cNvPr>
          <p:cNvSpPr/>
          <p:nvPr/>
        </p:nvSpPr>
        <p:spPr>
          <a:xfrm>
            <a:off x="3934047" y="1156079"/>
            <a:ext cx="6677246" cy="1579254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What’s Working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Consistent use of Contracts and Sourcing+ modules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Good job awarding in the system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Good use of sourcing envelopes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highlight>
                <a:srgbClr val="FFFF00"/>
              </a:highlight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nter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83A172C-02C4-5825-CFC6-D4EE59593B80}"/>
              </a:ext>
            </a:extLst>
          </p:cNvPr>
          <p:cNvSpPr/>
          <p:nvPr/>
        </p:nvSpPr>
        <p:spPr>
          <a:xfrm>
            <a:off x="3934047" y="2786266"/>
            <a:ext cx="7293935" cy="3565174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Recommendations:</a:t>
            </a: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highlight>
                <a:srgbClr val="FFFF00"/>
              </a:highlight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RFx: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Consider using Program Manager to create projects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Majority of users are creating RFX’s from another RFX.  Consider leveraging the RFX templates that have been created to decrease time in creating sourcing events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Low usage of Auctions Module.  Using Auctions can help increase competition between suppliers and allow for greater savings.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Consider using the RFX creation wizard to assist in creating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rfx’s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 in the system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Turn on Value Tracker for additional savings</a:t>
            </a: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Contracts: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Increase usage of digital signature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Review templates and consider creating additional templates so that users can avoid creating contracts from scratch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Consider using Contracts+ to take advantage of new features and functionality</a:t>
            </a: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Opportunities: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Contracts+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Adopt to increase adoption and assist with training new users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+mn-ea"/>
              <a:cs typeface="+mn-cs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7F458CF-2537-448F-E50A-C0C9DFAEF15D}"/>
              </a:ext>
            </a:extLst>
          </p:cNvPr>
          <p:cNvSpPr/>
          <p:nvPr/>
        </p:nvSpPr>
        <p:spPr>
          <a:xfrm>
            <a:off x="323523" y="1272432"/>
            <a:ext cx="3359214" cy="4703025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9D9DC">
                  <a:lumMod val="50000"/>
                </a:srgbClr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D9D9DC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7920 Active users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D9D9DC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8108 Registered Users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D9D9DC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15989 Projects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D9D9DC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90984 Suppliers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D9D9DC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46283 Active Suppliers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D9D9DC">
                  <a:lumMod val="50000"/>
                </a:srgbClr>
              </a:solidFill>
              <a:effectLst/>
              <a:uLnTx/>
              <a:uFillTx/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6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81D7DA-B468-437F-82AA-4E70C106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171" y="177143"/>
            <a:ext cx="8851330" cy="948334"/>
          </a:xfrm>
        </p:spPr>
        <p:txBody>
          <a:bodyPr/>
          <a:lstStyle/>
          <a:p>
            <a:r>
              <a:rPr lang="en-GB" sz="2800" dirty="0"/>
              <a:t>Executive summary: Supply Ontario</a:t>
            </a:r>
            <a:br>
              <a:rPr lang="en-GB" sz="28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</a:br>
            <a:r>
              <a:rPr lang="en-GB" sz="28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Assessment Report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F0C292AD-47CD-4A2D-960B-E92A325AD64E}"/>
              </a:ext>
            </a:extLst>
          </p:cNvPr>
          <p:cNvSpPr/>
          <p:nvPr/>
        </p:nvSpPr>
        <p:spPr>
          <a:xfrm>
            <a:off x="2576980" y="1655205"/>
            <a:ext cx="3359214" cy="4703025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469 Active users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1658 Registered Users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6024 Projects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7603 RFX’s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55705 Suppliers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53485 Active Suppliers</a:t>
            </a:r>
          </a:p>
          <a:p>
            <a:pPr marL="285750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DD9574C6-E83B-4DEC-9BF0-95EC44F33BC7}"/>
              </a:ext>
            </a:extLst>
          </p:cNvPr>
          <p:cNvSpPr/>
          <p:nvPr/>
        </p:nvSpPr>
        <p:spPr>
          <a:xfrm>
            <a:off x="6096001" y="2717591"/>
            <a:ext cx="5400675" cy="3640639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Recommendations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:</a:t>
            </a: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highlight>
                <a:srgbClr val="FFFF00"/>
              </a:highlight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RFx: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 Start using the auctions module.  Using auctions can help increase competition between suppliers and allow for greater savings.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 Some events are still being created from scratch.  Consider reviewing templates to see if new ones need to be added and/or existing ones should be updated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Use the RFX wizard to save time creating sourcing events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Increase usage of the contract module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+mn-ea"/>
              <a:cs typeface="+mn-cs"/>
            </a:endParaRP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General: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Enable standard adopt guides for quick wins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highlight>
                <a:srgbClr val="FFFF00"/>
              </a:highlight>
              <a:uLnTx/>
              <a:uFillTx/>
              <a:latin typeface="Inter Light" panose="02000403000000020004"/>
              <a:ea typeface="+mn-ea"/>
              <a:cs typeface="+mn-cs"/>
            </a:endParaRPr>
          </a:p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Opportunities: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Contracts+ and Supplier Management+ full suite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+mn-ea"/>
                <a:cs typeface="+mn-cs"/>
              </a:rPr>
              <a:t>Adopt to increase adoption and assist with training new users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+mn-ea"/>
              <a:cs typeface="+mn-cs"/>
            </a:endParaRP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BB34463E-A564-6CCB-BEFA-584E5B49DEAC}"/>
              </a:ext>
            </a:extLst>
          </p:cNvPr>
          <p:cNvSpPr/>
          <p:nvPr/>
        </p:nvSpPr>
        <p:spPr>
          <a:xfrm>
            <a:off x="6164367" y="1027214"/>
            <a:ext cx="5400675" cy="1579254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What’s Working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Consistent use of the Sourcing module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Good job awarding in the system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/>
                <a:ea typeface="Inter Light" panose="02000403000000020004" pitchFamily="50" charset="0"/>
                <a:cs typeface="Inter Light" panose="02000403000000020004" pitchFamily="50" charset="0"/>
              </a:rPr>
              <a:t>Good use of sourcing envelopes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highlight>
                <a:srgbClr val="FFFF00"/>
              </a:highlight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nter Light" panose="02000403000000020004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nter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77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Executive Overview">
            <a:extLst>
              <a:ext uri="{FF2B5EF4-FFF2-40B4-BE49-F238E27FC236}">
                <a16:creationId xmlns:a16="http://schemas.microsoft.com/office/drawing/2014/main" id="{8FD0A906-D082-467B-902D-B3E310580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3379F2-AB68-F7BB-8F2D-D80E777A8CD1}"/>
              </a:ext>
            </a:extLst>
          </p:cNvPr>
          <p:cNvSpPr txBox="1"/>
          <p:nvPr/>
        </p:nvSpPr>
        <p:spPr>
          <a:xfrm>
            <a:off x="2155371" y="3298371"/>
            <a:ext cx="44740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Spend under management is best in class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Good job in ensuring automated capture of invoices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contracts is best in class at 4397 contracts compared to the industry average of 2.9K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446FF-0E26-3117-12B8-A9A720B3C2D4}"/>
              </a:ext>
            </a:extLst>
          </p:cNvPr>
          <p:cNvSpPr txBox="1"/>
          <p:nvPr/>
        </p:nvSpPr>
        <p:spPr>
          <a:xfrm>
            <a:off x="7282543" y="3320143"/>
            <a:ext cx="4408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 number of semi-automated invoices to capture savings and reduce overhead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Consider using CCT and creating contract amendments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Invoice cycle time can be increased by configuring email approvals and using the mobile app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Contract cycle times can be reduced as well by using mobile app 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Executive Overview">
            <a:extLst>
              <a:ext uri="{FF2B5EF4-FFF2-40B4-BE49-F238E27FC236}">
                <a16:creationId xmlns:a16="http://schemas.microsoft.com/office/drawing/2014/main" id="{390CC0AE-BBE6-4C1D-960E-0BB727DE3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D757FE-58C2-12B2-08EB-5FC3C3BC36A3}"/>
              </a:ext>
            </a:extLst>
          </p:cNvPr>
          <p:cNvSpPr txBox="1"/>
          <p:nvPr/>
        </p:nvSpPr>
        <p:spPr>
          <a:xfrm>
            <a:off x="2043289" y="3307644"/>
            <a:ext cx="4673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Adoption score is best in 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spend under management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Invoice cycle time in days is 1.4 which is excellent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83% automated capture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Contract average cycle time in days is best in class at 4.4 days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FE8BC-D476-485B-9725-4AD9EA9F234B}"/>
              </a:ext>
            </a:extLst>
          </p:cNvPr>
          <p:cNvSpPr txBox="1"/>
          <p:nvPr/>
        </p:nvSpPr>
        <p:spPr>
          <a:xfrm>
            <a:off x="7326489" y="3307644"/>
            <a:ext cx="45155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Consider using historical prices in sourcing events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 internal processes and encourage the creation of contract renewals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 adopt/assist to decrease time spent training new hires and increase usage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Consider using Contracts AI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6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JAGGAER Colors">
      <a:dk1>
        <a:srgbClr val="3F434F"/>
      </a:dk1>
      <a:lt1>
        <a:srgbClr val="FFFFFF"/>
      </a:lt1>
      <a:dk2>
        <a:srgbClr val="4D8193"/>
      </a:dk2>
      <a:lt2>
        <a:srgbClr val="D9D9DC"/>
      </a:lt2>
      <a:accent1>
        <a:srgbClr val="D22438"/>
      </a:accent1>
      <a:accent2>
        <a:srgbClr val="DCC379"/>
      </a:accent2>
      <a:accent3>
        <a:srgbClr val="4D8193"/>
      </a:accent3>
      <a:accent4>
        <a:srgbClr val="574941"/>
      </a:accent4>
      <a:accent5>
        <a:srgbClr val="13234E"/>
      </a:accent5>
      <a:accent6>
        <a:srgbClr val="558156"/>
      </a:accent6>
      <a:hlink>
        <a:srgbClr val="64B5F6"/>
      </a:hlink>
      <a:folHlink>
        <a:srgbClr val="AD85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Benutzerdefiniert 1">
      <a:dk1>
        <a:srgbClr val="3F434F"/>
      </a:dk1>
      <a:lt1>
        <a:srgbClr val="FFFFFF"/>
      </a:lt1>
      <a:dk2>
        <a:srgbClr val="3C8296"/>
      </a:dk2>
      <a:lt2>
        <a:srgbClr val="E7E6E6"/>
      </a:lt2>
      <a:accent1>
        <a:srgbClr val="D22438"/>
      </a:accent1>
      <a:accent2>
        <a:srgbClr val="E0C36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ggaer PowerPoint Template-Q122" id="{2C47846F-B9BC-469B-8386-3ABA85E267B2}" vid="{D88DBA70-2518-41BA-B9B8-2BFAD91CF3A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db62c4-0963-4222-b922-0ce5fbb2b3ba">
      <Terms xmlns="http://schemas.microsoft.com/office/infopath/2007/PartnerControls"/>
    </lcf76f155ced4ddcb4097134ff3c332f>
    <Typeofpresentation xmlns="d6db62c4-0963-4222-b922-0ce5fbb2b3ba" xsi:nil="true"/>
    <TaxCatchAll xmlns="53eb39f4-33c6-453d-b7f2-25047aa3e654" xsi:nil="true"/>
  </documentManagement>
</p:properties>
</file>

<file path=customXml/itemProps1.xml><?xml version="1.0" encoding="utf-8"?>
<ds:datastoreItem xmlns:ds="http://schemas.openxmlformats.org/officeDocument/2006/customXml" ds:itemID="{45D90839-2D4B-40A1-A939-9547DB4E8D08}"/>
</file>

<file path=customXml/itemProps2.xml><?xml version="1.0" encoding="utf-8"?>
<ds:datastoreItem xmlns:ds="http://schemas.openxmlformats.org/officeDocument/2006/customXml" ds:itemID="{42E7CAFE-16F1-4D9C-ACD3-0C49BC3EC944}"/>
</file>

<file path=customXml/itemProps3.xml><?xml version="1.0" encoding="utf-8"?>
<ds:datastoreItem xmlns:ds="http://schemas.openxmlformats.org/officeDocument/2006/customXml" ds:itemID="{224DA37A-2DCC-47EB-8618-6E82762B28B8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461</Words>
  <Application>Microsoft Office PowerPoint</Application>
  <PresentationFormat>Widescreen</PresentationFormat>
  <Paragraphs>76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Inter</vt:lpstr>
      <vt:lpstr>Inter Light</vt:lpstr>
      <vt:lpstr>Inter Semi Bold</vt:lpstr>
      <vt:lpstr>Office Theme</vt:lpstr>
      <vt:lpstr>1_Office Theme</vt:lpstr>
      <vt:lpstr>2_Office Theme</vt:lpstr>
      <vt:lpstr>Office</vt:lpstr>
      <vt:lpstr>Executive Summaries</vt:lpstr>
      <vt:lpstr>Executive Summary: Assessment JLL </vt:lpstr>
      <vt:lpstr>Executive summary: Supply Ontario Assessment Report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Shirley Casanova-Gomez</dc:creator>
  <cp:lastModifiedBy>Shirley Casanova-Gomez</cp:lastModifiedBy>
  <cp:revision>1</cp:revision>
  <dcterms:created xsi:type="dcterms:W3CDTF">2025-09-16T13:58:26Z</dcterms:created>
  <dcterms:modified xsi:type="dcterms:W3CDTF">2025-09-16T14:02:46Z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