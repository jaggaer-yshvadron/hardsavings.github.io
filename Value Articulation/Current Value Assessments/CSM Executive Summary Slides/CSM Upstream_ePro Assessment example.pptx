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2" r:id="rId5"/>
    <p:sldMasterId id="2147483779" r:id="rId6"/>
  </p:sldMasterIdLst>
  <p:notesMasterIdLst>
    <p:notesMasterId r:id="rId13"/>
  </p:notesMasterIdLst>
  <p:sldIdLst>
    <p:sldId id="2147480537" r:id="rId7"/>
    <p:sldId id="257" r:id="rId8"/>
    <p:sldId id="2147480532" r:id="rId9"/>
    <p:sldId id="2147480538" r:id="rId10"/>
    <p:sldId id="2147480534" r:id="rId11"/>
    <p:sldId id="214748053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73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4C452-F32B-4F9D-8D2A-039ECC3A9058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B65BF-BE07-4F34-98B4-4ACE5D5E3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B65BF-BE07-4F34-98B4-4ACE5D5E3B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62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ePro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% $ On Contract: </a:t>
            </a:r>
            <a:r>
              <a:rPr lang="en-US" dirty="0"/>
              <a:t>-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Total Contract Spend % based on Total $. Includes Catalog Spend, Non-Catalog Contract Spend, Sourcing Spend, and Non-PO Inv Contract Spend Divided by Total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ePro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Spend + Non-PO Inv Spend</a:t>
            </a:r>
            <a:endParaRPr lang="en-AT" dirty="0"/>
          </a:p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B65BF-BE07-4F34-98B4-4ACE5D5E3B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55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976FBA-51A1-B173-4C36-323DE3ED583C}"/>
              </a:ext>
            </a:extLst>
          </p:cNvPr>
          <p:cNvSpPr>
            <a:spLocks/>
          </p:cNvSpPr>
          <p:nvPr userDrawn="1"/>
        </p:nvSpPr>
        <p:spPr>
          <a:xfrm>
            <a:off x="-7937" y="-24609"/>
            <a:ext cx="7461351" cy="6881019"/>
          </a:xfrm>
          <a:custGeom>
            <a:avLst/>
            <a:gdLst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355946 w 11503021"/>
              <a:gd name="connsiteY5" fmla="*/ 5323147 h 5328149"/>
              <a:gd name="connsiteX6" fmla="*/ 0 w 11503021"/>
              <a:gd name="connsiteY6" fmla="*/ 5328149 h 5328149"/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5751511 w 11503021"/>
              <a:gd name="connsiteY5" fmla="*/ 5307019 h 5328149"/>
              <a:gd name="connsiteX6" fmla="*/ 355946 w 11503021"/>
              <a:gd name="connsiteY6" fmla="*/ 5323147 h 5328149"/>
              <a:gd name="connsiteX7" fmla="*/ 0 w 11503021"/>
              <a:gd name="connsiteY7" fmla="*/ 5328149 h 5328149"/>
              <a:gd name="connsiteX8" fmla="*/ 0 w 11503021"/>
              <a:gd name="connsiteY8" fmla="*/ 0 h 5328149"/>
              <a:gd name="connsiteX0" fmla="*/ 0 w 11503021"/>
              <a:gd name="connsiteY0" fmla="*/ 9904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9" fmla="*/ 0 w 11503021"/>
              <a:gd name="connsiteY9" fmla="*/ 9904 h 5338053"/>
              <a:gd name="connsiteX0" fmla="*/ 0 w 11503021"/>
              <a:gd name="connsiteY0" fmla="*/ 5338053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0" fmla="*/ 0 w 11147075"/>
              <a:gd name="connsiteY0" fmla="*/ 5333051 h 5333051"/>
              <a:gd name="connsiteX1" fmla="*/ 5405357 w 11147075"/>
              <a:gd name="connsiteY1" fmla="*/ 0 h 5333051"/>
              <a:gd name="connsiteX2" fmla="*/ 11147075 w 11147075"/>
              <a:gd name="connsiteY2" fmla="*/ 9904 h 5333051"/>
              <a:gd name="connsiteX3" fmla="*/ 11104167 w 11147075"/>
              <a:gd name="connsiteY3" fmla="*/ 181648 h 5333051"/>
              <a:gd name="connsiteX4" fmla="*/ 9870768 w 11147075"/>
              <a:gd name="connsiteY4" fmla="*/ 5039129 h 5333051"/>
              <a:gd name="connsiteX5" fmla="*/ 9664646 w 11147075"/>
              <a:gd name="connsiteY5" fmla="*/ 5304223 h 5333051"/>
              <a:gd name="connsiteX6" fmla="*/ 5395565 w 11147075"/>
              <a:gd name="connsiteY6" fmla="*/ 5316923 h 5333051"/>
              <a:gd name="connsiteX7" fmla="*/ 0 w 11147075"/>
              <a:gd name="connsiteY7" fmla="*/ 5333051 h 5333051"/>
              <a:gd name="connsiteX0" fmla="*/ 0 w 5751510"/>
              <a:gd name="connsiteY0" fmla="*/ 5316923 h 5316923"/>
              <a:gd name="connsiteX1" fmla="*/ 9792 w 5751510"/>
              <a:gd name="connsiteY1" fmla="*/ 0 h 5316923"/>
              <a:gd name="connsiteX2" fmla="*/ 5751510 w 5751510"/>
              <a:gd name="connsiteY2" fmla="*/ 9904 h 5316923"/>
              <a:gd name="connsiteX3" fmla="*/ 5708602 w 5751510"/>
              <a:gd name="connsiteY3" fmla="*/ 181648 h 5316923"/>
              <a:gd name="connsiteX4" fmla="*/ 4475203 w 5751510"/>
              <a:gd name="connsiteY4" fmla="*/ 5039129 h 5316923"/>
              <a:gd name="connsiteX5" fmla="*/ 4269081 w 5751510"/>
              <a:gd name="connsiteY5" fmla="*/ 5304223 h 5316923"/>
              <a:gd name="connsiteX6" fmla="*/ 0 w 5751510"/>
              <a:gd name="connsiteY6" fmla="*/ 5316923 h 5316923"/>
              <a:gd name="connsiteX0" fmla="*/ 1224 w 5752734"/>
              <a:gd name="connsiteY0" fmla="*/ 5315087 h 5315087"/>
              <a:gd name="connsiteX1" fmla="*/ 0 w 5752734"/>
              <a:gd name="connsiteY1" fmla="*/ 0 h 5315087"/>
              <a:gd name="connsiteX2" fmla="*/ 5752734 w 5752734"/>
              <a:gd name="connsiteY2" fmla="*/ 8068 h 5315087"/>
              <a:gd name="connsiteX3" fmla="*/ 5709826 w 5752734"/>
              <a:gd name="connsiteY3" fmla="*/ 179812 h 5315087"/>
              <a:gd name="connsiteX4" fmla="*/ 4476427 w 5752734"/>
              <a:gd name="connsiteY4" fmla="*/ 5037293 h 5315087"/>
              <a:gd name="connsiteX5" fmla="*/ 4270305 w 5752734"/>
              <a:gd name="connsiteY5" fmla="*/ 5302387 h 5315087"/>
              <a:gd name="connsiteX6" fmla="*/ 1224 w 5752734"/>
              <a:gd name="connsiteY6" fmla="*/ 5315087 h 5315087"/>
              <a:gd name="connsiteX0" fmla="*/ 6120 w 5752734"/>
              <a:gd name="connsiteY0" fmla="*/ 5305295 h 5305295"/>
              <a:gd name="connsiteX1" fmla="*/ 0 w 5752734"/>
              <a:gd name="connsiteY1" fmla="*/ 0 h 5305295"/>
              <a:gd name="connsiteX2" fmla="*/ 5752734 w 5752734"/>
              <a:gd name="connsiteY2" fmla="*/ 8068 h 5305295"/>
              <a:gd name="connsiteX3" fmla="*/ 5709826 w 5752734"/>
              <a:gd name="connsiteY3" fmla="*/ 179812 h 5305295"/>
              <a:gd name="connsiteX4" fmla="*/ 4476427 w 5752734"/>
              <a:gd name="connsiteY4" fmla="*/ 5037293 h 5305295"/>
              <a:gd name="connsiteX5" fmla="*/ 4270305 w 5752734"/>
              <a:gd name="connsiteY5" fmla="*/ 5302387 h 5305295"/>
              <a:gd name="connsiteX6" fmla="*/ 6120 w 5752734"/>
              <a:gd name="connsiteY6" fmla="*/ 5305295 h 530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2734" h="5305295">
                <a:moveTo>
                  <a:pt x="6120" y="5305295"/>
                </a:moveTo>
                <a:lnTo>
                  <a:pt x="0" y="0"/>
                </a:lnTo>
                <a:lnTo>
                  <a:pt x="5752734" y="8068"/>
                </a:lnTo>
                <a:lnTo>
                  <a:pt x="5709826" y="179812"/>
                </a:lnTo>
                <a:cubicBezTo>
                  <a:pt x="5315404" y="1756422"/>
                  <a:pt x="4660302" y="4325075"/>
                  <a:pt x="4476427" y="5037293"/>
                </a:cubicBezTo>
                <a:cubicBezTo>
                  <a:pt x="4434163" y="5198793"/>
                  <a:pt x="4385431" y="5300775"/>
                  <a:pt x="4270305" y="5302387"/>
                </a:cubicBezTo>
                <a:lnTo>
                  <a:pt x="6120" y="5305295"/>
                </a:ln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S">
              <a:solidFill>
                <a:srgbClr val="E1C56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3CAE-9FD5-2DFB-D3D9-B2E61FF6F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449466"/>
            <a:ext cx="3900332" cy="4007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6EE748-E418-468F-9C7E-4E9148E945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1" y="1437506"/>
            <a:ext cx="5600700" cy="1859609"/>
          </a:xfrm>
        </p:spPr>
        <p:txBody>
          <a:bodyPr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9F492-4B76-4A31-8DA2-FE60C11FFA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297115"/>
            <a:ext cx="5263662" cy="1116623"/>
          </a:xfrm>
        </p:spPr>
        <p:txBody>
          <a:bodyPr/>
          <a:lstStyle>
            <a:lvl1pPr marL="0" indent="0" algn="l">
              <a:buNone/>
              <a:defRPr sz="32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6F7176E-06A6-D65E-2008-546B5FB7AC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5296120"/>
            <a:ext cx="2936875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Arial 24pt </a:t>
            </a:r>
            <a:endParaRPr lang="LID4096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7F6B689-C685-5EDC-021F-D3C2231EF1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5793177"/>
            <a:ext cx="2393080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Arial 24pt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72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76" y="3753134"/>
            <a:ext cx="9376675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7076" y="4452987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B1118800-9BD9-8836-3312-3225FFD747E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32C47-5C2F-E6E9-073A-5D76261C1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5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+ Image">
    <p:bg>
      <p:bgPr>
        <a:solidFill>
          <a:schemeClr val="bg1">
            <a:lumMod val="95000"/>
            <a:alpha val="4524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A8A80B-393E-118B-B6FC-3D3E59F07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82411"/>
          </a:xfrm>
          <a:solidFill>
            <a:schemeClr val="bg2">
              <a:lumMod val="90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76" y="4615559"/>
            <a:ext cx="11045324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7076" y="5315413"/>
            <a:ext cx="11045324" cy="6728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32C47-5C2F-E6E9-073A-5D76261C1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4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8">
            <a:extLst>
              <a:ext uri="{FF2B5EF4-FFF2-40B4-BE49-F238E27FC236}">
                <a16:creationId xmlns:a16="http://schemas.microsoft.com/office/drawing/2014/main" id="{C4DC8BC1-06FB-6B92-31F2-5E6D9EDA9D90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tx2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CB8065-7D1C-BFD7-F43F-D5371620C0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8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bg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D8395-1668-77F0-47A3-61695DAD1A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8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DDDFC-84F9-10F6-64EB-B3938179E5C4}"/>
              </a:ext>
            </a:extLst>
          </p:cNvPr>
          <p:cNvSpPr/>
          <p:nvPr userDrawn="1"/>
        </p:nvSpPr>
        <p:spPr>
          <a:xfrm>
            <a:off x="534988" y="1720462"/>
            <a:ext cx="1413819" cy="10484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#3F434F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1FCCC-25A0-985E-9192-4F9806B04497}"/>
              </a:ext>
            </a:extLst>
          </p:cNvPr>
          <p:cNvSpPr/>
          <p:nvPr userDrawn="1"/>
        </p:nvSpPr>
        <p:spPr>
          <a:xfrm>
            <a:off x="2144924" y="1720462"/>
            <a:ext cx="1413819" cy="1048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#4D8194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99A24-2035-8918-20DA-6218A4CCB5DE}"/>
              </a:ext>
            </a:extLst>
          </p:cNvPr>
          <p:cNvSpPr/>
          <p:nvPr userDrawn="1"/>
        </p:nvSpPr>
        <p:spPr>
          <a:xfrm>
            <a:off x="3754860" y="1720462"/>
            <a:ext cx="1413819" cy="1048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#DCC479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7BD3B-097C-23F3-FA25-F5B8DD8E73B6}"/>
              </a:ext>
            </a:extLst>
          </p:cNvPr>
          <p:cNvSpPr/>
          <p:nvPr userDrawn="1"/>
        </p:nvSpPr>
        <p:spPr>
          <a:xfrm>
            <a:off x="5364795" y="1720462"/>
            <a:ext cx="1413819" cy="1048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#D22428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C0EE6-BDFB-37FC-C414-6F8FE4CD6D24}"/>
              </a:ext>
            </a:extLst>
          </p:cNvPr>
          <p:cNvSpPr/>
          <p:nvPr userDrawn="1"/>
        </p:nvSpPr>
        <p:spPr>
          <a:xfrm>
            <a:off x="6974730" y="1720462"/>
            <a:ext cx="1413819" cy="10484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#13234E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66A85-97A7-DF40-562C-662EACEBD5E5}"/>
              </a:ext>
            </a:extLst>
          </p:cNvPr>
          <p:cNvSpPr/>
          <p:nvPr userDrawn="1"/>
        </p:nvSpPr>
        <p:spPr>
          <a:xfrm>
            <a:off x="8584665" y="1720462"/>
            <a:ext cx="1413819" cy="10484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#558156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F2BEB-AE68-895D-4456-1E36040EFD72}"/>
              </a:ext>
            </a:extLst>
          </p:cNvPr>
          <p:cNvSpPr/>
          <p:nvPr userDrawn="1"/>
        </p:nvSpPr>
        <p:spPr>
          <a:xfrm>
            <a:off x="10194601" y="1720462"/>
            <a:ext cx="1413819" cy="1048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#574941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CC1AD-841A-229F-A65B-5D0E4E11898B}"/>
              </a:ext>
            </a:extLst>
          </p:cNvPr>
          <p:cNvSpPr/>
          <p:nvPr userDrawn="1"/>
        </p:nvSpPr>
        <p:spPr>
          <a:xfrm>
            <a:off x="534988" y="2768656"/>
            <a:ext cx="1413819" cy="10484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#696972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EB5B6-B988-4182-CA3E-664F0D407B97}"/>
              </a:ext>
            </a:extLst>
          </p:cNvPr>
          <p:cNvSpPr/>
          <p:nvPr userDrawn="1"/>
        </p:nvSpPr>
        <p:spPr>
          <a:xfrm>
            <a:off x="2144923" y="2768655"/>
            <a:ext cx="1413819" cy="1048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#8EB6C4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F6707-EBE0-78A8-913D-251DD774FC69}"/>
              </a:ext>
            </a:extLst>
          </p:cNvPr>
          <p:cNvSpPr/>
          <p:nvPr userDrawn="1"/>
        </p:nvSpPr>
        <p:spPr>
          <a:xfrm>
            <a:off x="3754858" y="2768655"/>
            <a:ext cx="1413819" cy="10484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#EADBAF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A37D-B9D8-DD25-A283-B0664023C5C1}"/>
              </a:ext>
            </a:extLst>
          </p:cNvPr>
          <p:cNvSpPr/>
          <p:nvPr userDrawn="1"/>
        </p:nvSpPr>
        <p:spPr>
          <a:xfrm>
            <a:off x="5364792" y="2768655"/>
            <a:ext cx="1413819" cy="10484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#E87885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1339F-E3BB-A494-6F6B-933790DB1AEF}"/>
              </a:ext>
            </a:extLst>
          </p:cNvPr>
          <p:cNvSpPr/>
          <p:nvPr userDrawn="1"/>
        </p:nvSpPr>
        <p:spPr>
          <a:xfrm>
            <a:off x="6974730" y="2768655"/>
            <a:ext cx="1413819" cy="1048430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#597BD7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638B0-3FE5-3E1A-443D-A9B6EC1D17E6}"/>
              </a:ext>
            </a:extLst>
          </p:cNvPr>
          <p:cNvSpPr/>
          <p:nvPr userDrawn="1"/>
        </p:nvSpPr>
        <p:spPr>
          <a:xfrm>
            <a:off x="8584665" y="2768655"/>
            <a:ext cx="1413819" cy="1048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#94B895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5C2133-AF7E-AF76-8368-07BFE31C87FC}"/>
              </a:ext>
            </a:extLst>
          </p:cNvPr>
          <p:cNvSpPr/>
          <p:nvPr userDrawn="1"/>
        </p:nvSpPr>
        <p:spPr>
          <a:xfrm>
            <a:off x="10194601" y="2768655"/>
            <a:ext cx="1413819" cy="10484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#A38F84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C10FF5-90FB-38F9-6828-9FAB52E67720}"/>
              </a:ext>
            </a:extLst>
          </p:cNvPr>
          <p:cNvSpPr/>
          <p:nvPr userDrawn="1"/>
        </p:nvSpPr>
        <p:spPr>
          <a:xfrm>
            <a:off x="534988" y="3816850"/>
            <a:ext cx="1413819" cy="104843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#A0A0A8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2E8EE-70D4-A88B-A298-4F225B1F1C7A}"/>
              </a:ext>
            </a:extLst>
          </p:cNvPr>
          <p:cNvSpPr/>
          <p:nvPr userDrawn="1"/>
        </p:nvSpPr>
        <p:spPr>
          <a:xfrm>
            <a:off x="2144923" y="3816850"/>
            <a:ext cx="1413819" cy="1048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#B4CED8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03EC23-836A-845D-EC03-A54BFF16E650}"/>
              </a:ext>
            </a:extLst>
          </p:cNvPr>
          <p:cNvSpPr/>
          <p:nvPr userDrawn="1"/>
        </p:nvSpPr>
        <p:spPr>
          <a:xfrm>
            <a:off x="3754858" y="3816850"/>
            <a:ext cx="1413819" cy="10484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#F1E7C9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87553-2811-D112-BFDE-19461DF2457F}"/>
              </a:ext>
            </a:extLst>
          </p:cNvPr>
          <p:cNvSpPr/>
          <p:nvPr userDrawn="1"/>
        </p:nvSpPr>
        <p:spPr>
          <a:xfrm>
            <a:off x="5364792" y="3816850"/>
            <a:ext cx="1413819" cy="10484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#F0A5AD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FCB663-7B1C-30E2-1B78-B282FEA2C04C}"/>
              </a:ext>
            </a:extLst>
          </p:cNvPr>
          <p:cNvSpPr/>
          <p:nvPr userDrawn="1"/>
        </p:nvSpPr>
        <p:spPr>
          <a:xfrm>
            <a:off x="6974730" y="3816850"/>
            <a:ext cx="1413819" cy="104843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#ACBDEB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5D21C-2818-0C22-052C-2253662BD3F6}"/>
              </a:ext>
            </a:extLst>
          </p:cNvPr>
          <p:cNvSpPr/>
          <p:nvPr userDrawn="1"/>
        </p:nvSpPr>
        <p:spPr>
          <a:xfrm>
            <a:off x="8584665" y="3816850"/>
            <a:ext cx="1413819" cy="10484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#B8D0B8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9E888-5EE3-75DB-B3BC-B5115B4CB8A1}"/>
              </a:ext>
            </a:extLst>
          </p:cNvPr>
          <p:cNvSpPr/>
          <p:nvPr userDrawn="1"/>
        </p:nvSpPr>
        <p:spPr>
          <a:xfrm>
            <a:off x="10194601" y="3816850"/>
            <a:ext cx="1413819" cy="1048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#C2B5AD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DEE84-8CFF-30D8-8E5C-293F3D4BCE1C}"/>
              </a:ext>
            </a:extLst>
          </p:cNvPr>
          <p:cNvSpPr/>
          <p:nvPr userDrawn="1"/>
        </p:nvSpPr>
        <p:spPr>
          <a:xfrm>
            <a:off x="534988" y="4865045"/>
            <a:ext cx="1413819" cy="10484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#C2C2C7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E58F02-CFC4-C60B-35FE-1454B118B314}"/>
              </a:ext>
            </a:extLst>
          </p:cNvPr>
          <p:cNvSpPr/>
          <p:nvPr userDrawn="1"/>
        </p:nvSpPr>
        <p:spPr>
          <a:xfrm>
            <a:off x="2144923" y="4865045"/>
            <a:ext cx="1413819" cy="1048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#D9E7EB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89EFC2-AA95-FCDD-0E0F-42B2007DA1B2}"/>
              </a:ext>
            </a:extLst>
          </p:cNvPr>
          <p:cNvSpPr/>
          <p:nvPr userDrawn="1"/>
        </p:nvSpPr>
        <p:spPr>
          <a:xfrm>
            <a:off x="3754858" y="4865045"/>
            <a:ext cx="1413819" cy="1048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#F8F3E4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5FD05-44E8-C47F-31F0-6912AC6FA0D4}"/>
              </a:ext>
            </a:extLst>
          </p:cNvPr>
          <p:cNvSpPr/>
          <p:nvPr userDrawn="1"/>
        </p:nvSpPr>
        <p:spPr>
          <a:xfrm>
            <a:off x="5364792" y="4865045"/>
            <a:ext cx="1413819" cy="10484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#F7D2D6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B4EA11-037D-FF5E-51AD-3ED9BDACAB1E}"/>
              </a:ext>
            </a:extLst>
          </p:cNvPr>
          <p:cNvSpPr/>
          <p:nvPr userDrawn="1"/>
        </p:nvSpPr>
        <p:spPr>
          <a:xfrm>
            <a:off x="6974730" y="4865045"/>
            <a:ext cx="1413819" cy="1048430"/>
          </a:xfrm>
          <a:prstGeom prst="rect">
            <a:avLst/>
          </a:prstGeom>
          <a:solidFill>
            <a:srgbClr val="DEE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#DEE5F7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14C09B-6A79-4D7E-F8B4-7D7692E43008}"/>
              </a:ext>
            </a:extLst>
          </p:cNvPr>
          <p:cNvSpPr/>
          <p:nvPr userDrawn="1"/>
        </p:nvSpPr>
        <p:spPr>
          <a:xfrm>
            <a:off x="8584665" y="4865045"/>
            <a:ext cx="1413819" cy="1048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#DBE7DC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2CE718-BE03-C065-77FF-DFA1CD5331D9}"/>
              </a:ext>
            </a:extLst>
          </p:cNvPr>
          <p:cNvSpPr/>
          <p:nvPr userDrawn="1"/>
        </p:nvSpPr>
        <p:spPr>
          <a:xfrm>
            <a:off x="10194601" y="4865045"/>
            <a:ext cx="1413819" cy="1048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#E0DAD6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3312250-0471-9A51-6B0B-ED9099D70062}"/>
              </a:ext>
            </a:extLst>
          </p:cNvPr>
          <p:cNvSpPr txBox="1">
            <a:spLocks/>
          </p:cNvSpPr>
          <p:nvPr userDrawn="1"/>
        </p:nvSpPr>
        <p:spPr>
          <a:xfrm>
            <a:off x="3754858" y="1159679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accent1"/>
                </a:solidFill>
              </a:rPr>
              <a:t>Accent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B0F3955-55FA-10BC-FD77-709890A58DC8}"/>
              </a:ext>
            </a:extLst>
          </p:cNvPr>
          <p:cNvSpPr txBox="1">
            <a:spLocks/>
          </p:cNvSpPr>
          <p:nvPr userDrawn="1"/>
        </p:nvSpPr>
        <p:spPr>
          <a:xfrm>
            <a:off x="6974726" y="1159678"/>
            <a:ext cx="4633693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accent1"/>
                </a:solidFill>
              </a:rPr>
              <a:t>Tertiary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CF0240-CE43-20F7-4AE2-FA4A3E0ADB95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815348A6-B43A-07AC-4C37-306E1A8DB1E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483E6-6EF7-7002-4971-9A6D63650EC8}"/>
              </a:ext>
            </a:extLst>
          </p:cNvPr>
          <p:cNvSpPr txBox="1"/>
          <p:nvPr userDrawn="1"/>
        </p:nvSpPr>
        <p:spPr>
          <a:xfrm>
            <a:off x="541868" y="384259"/>
            <a:ext cx="11100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Color Palette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568E34C-2CC0-8D89-49EC-829BBEAF232D}"/>
              </a:ext>
            </a:extLst>
          </p:cNvPr>
          <p:cNvSpPr txBox="1">
            <a:spLocks/>
          </p:cNvSpPr>
          <p:nvPr userDrawn="1"/>
        </p:nvSpPr>
        <p:spPr>
          <a:xfrm>
            <a:off x="534988" y="1159677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accent1"/>
                </a:solidFill>
              </a:rPr>
              <a:t>Primary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1B886-5F7D-1E8F-F335-C9FD79820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36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D875A8-62B1-EFC1-A792-694F4EA36361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650D-5204-7A15-D4D9-9A6AFF6DE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C3967-59DA-9237-A06F-E5C9755CEA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4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Dark Mode - J Sw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B534B-5049-076F-B215-DA032EF3E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6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85B61-26F5-ABA7-85BF-B559C4FAA917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7AB09B-D766-5EE2-4333-DF1BAB451CCE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42DFC2-DAF9-FD5F-280C-1DB830FAF0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A35991-9963-0404-370F-5ED05546A9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6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ontent - Black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47408A-CDE8-A163-93A0-B5B0CC7787BF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1E855-E3F3-285C-4F04-5C041426B5D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95D3D3-B848-C391-8156-FDAB1BD6D93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410-196B-5ABC-B27C-94DE3439A4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476FA-5727-FD28-E17D-6E7F4000D0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9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J Swoop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57A3B8-CCA7-77AC-5C81-258EC57FEFE2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65148E-12C2-73F5-7AFF-40A29C5234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C40EA-DD8E-C38B-2BE8-DFC9B6766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0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9AFB8-FA1F-C50E-72F2-310D5004AE8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C2343F-0741-1ADF-38A0-8E81405764C5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0B51D-1E98-244A-3C10-44CE8C7C1C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391D4-98A5-827C-E5CC-16411B5E3A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34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JAGGA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31C71-12CB-53F5-FF08-8D1C13C0E1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71168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BBF0A-B11D-2A64-D07D-8FBD50DBE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0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72A7F2-F284-9A3D-84F3-CA1DA693F21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93DE0-7155-5DC8-C4D5-42036A6897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98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t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D073D2-4763-DA29-BCB7-CC69E4B2E3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57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2-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6FD546-9DFE-6C21-8344-B571428DCD8B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en-US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5DDB8-CB4B-BC49-C29D-5DB744C93D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071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26ABFB-8063-C809-2F26-CA116ADD9C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7960B-B3D3-3386-54D4-35741E1848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127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185D7C-D638-69EA-9691-1B3C25C4B434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31E9B-8598-7422-E9C5-B019443F53CC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  <a:lvl2pPr>
              <a:defRPr lang="en-US" sz="1200" dirty="0">
                <a:solidFill>
                  <a:schemeClr val="bg1"/>
                </a:solidFill>
              </a:defRPr>
            </a:lvl2pPr>
            <a:lvl3pPr>
              <a:defRPr lang="en-US" sz="1000" dirty="0">
                <a:solidFill>
                  <a:schemeClr val="bg1"/>
                </a:solidFill>
              </a:defRPr>
            </a:lvl3pPr>
            <a:lvl4pPr>
              <a:defRPr lang="en-US" sz="1000" dirty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31036-0015-D85A-C53A-B5D9E0844E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49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C299EE-70CF-2FFC-AF53-FECFCC0FED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2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1ACDFE-DA83-AB34-3557-C77C82D8A236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2477DD-1817-85EF-4AC7-91E3EE3AE4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2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0409C-1B56-7D7B-963F-9FF87A035C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59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4987B1-86D1-1819-BE97-1F1B97A5DD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57A5A-20B6-592C-32C8-57155C0DA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5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601BB7B-7566-6CA8-E534-92F47E8DAC82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764" y="434898"/>
            <a:ext cx="11007656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0764" y="969203"/>
            <a:ext cx="11007385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0765" y="1758950"/>
            <a:ext cx="4542736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90EAC1-4425-C33E-D3A7-208C8EC4580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615225" y="1758950"/>
            <a:ext cx="6221795" cy="349976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effectLst>
            <a:outerShdw blurRad="139700" sx="102000" sy="102000" algn="ctr" rotWithShape="0">
              <a:prstClr val="black">
                <a:alpha val="11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Screenshot (16:9 aspect ratio)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A4231C6-9931-0173-190B-78A3E43B5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3000"/>
          </a:blip>
          <a:stretch>
            <a:fillRect/>
          </a:stretch>
        </p:blipFill>
        <p:spPr>
          <a:xfrm>
            <a:off x="87446" y="432474"/>
            <a:ext cx="425873" cy="57270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D7E406C-3206-4838-EB1B-E8DA050F26FA}"/>
              </a:ext>
            </a:extLst>
          </p:cNvPr>
          <p:cNvSpPr txBox="1"/>
          <p:nvPr userDrawn="1"/>
        </p:nvSpPr>
        <p:spPr>
          <a:xfrm>
            <a:off x="11639105" y="5534146"/>
            <a:ext cx="62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Semi Bold"/>
                <a:ea typeface="Inter Semi Bold" panose="02000703000000020004" pitchFamily="50" charset="0"/>
                <a:cs typeface="Inter Semi Bold" panose="02000703000000020004" pitchFamily="50" charset="0"/>
              </a:rPr>
              <a:t>24.1</a:t>
            </a:r>
            <a:endParaRPr lang="en-RS" sz="140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C1E30E-3ED6-F588-5A27-055B5792AE45}"/>
              </a:ext>
            </a:extLst>
          </p:cNvPr>
          <p:cNvCxnSpPr/>
          <p:nvPr userDrawn="1"/>
        </p:nvCxnSpPr>
        <p:spPr>
          <a:xfrm>
            <a:off x="554355" y="297180"/>
            <a:ext cx="0" cy="58902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7B1638-5340-D919-25FE-093F23A794D2}"/>
              </a:ext>
            </a:extLst>
          </p:cNvPr>
          <p:cNvSpPr txBox="1"/>
          <p:nvPr userDrawn="1"/>
        </p:nvSpPr>
        <p:spPr>
          <a:xfrm>
            <a:off x="2542850" y="6423101"/>
            <a:ext cx="326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0">
                <a:solidFill>
                  <a:schemeClr val="bg2"/>
                </a:solidFill>
              </a:rPr>
              <a:t>© Copyright 2024 JAGGAER        </a:t>
            </a:r>
            <a:r>
              <a:rPr lang="en-US" sz="1000" b="1">
                <a:solidFill>
                  <a:schemeClr val="bg2"/>
                </a:solidFill>
              </a:rPr>
              <a:t>Confidential</a:t>
            </a:r>
            <a:endParaRPr lang="en-US" sz="1000" b="0">
              <a:solidFill>
                <a:schemeClr val="bg2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8A2B62-F8DE-FCAA-6EE8-F950D8975A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9864" y="0"/>
            <a:ext cx="2377156" cy="455890"/>
          </a:xfrm>
          <a:prstGeom prst="round2SameRect">
            <a:avLst>
              <a:gd name="adj1" fmla="val 0"/>
              <a:gd name="adj2" fmla="val 19412"/>
            </a:avLst>
          </a:prstGeom>
          <a:solidFill>
            <a:schemeClr val="tx1"/>
          </a:solidFill>
        </p:spPr>
        <p:txBody>
          <a:bodyPr wrap="none" lIns="274320" rIns="914400" anchor="ctr" anchorCtr="0">
            <a:spAutoFit/>
          </a:bodyPr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F288F-E1B0-756A-9067-5FE938E15E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24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ve Behind 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4598A5-A4D5-FA8F-972D-201BC066696B}"/>
              </a:ext>
            </a:extLst>
          </p:cNvPr>
          <p:cNvSpPr/>
          <p:nvPr userDrawn="1"/>
        </p:nvSpPr>
        <p:spPr>
          <a:xfrm>
            <a:off x="5947302" y="3096610"/>
            <a:ext cx="5932994" cy="1828800"/>
          </a:xfrm>
          <a:prstGeom prst="roundRect">
            <a:avLst>
              <a:gd name="adj" fmla="val 472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99849D-64B7-53A7-3843-C2886784D1A4}"/>
              </a:ext>
            </a:extLst>
          </p:cNvPr>
          <p:cNvSpPr/>
          <p:nvPr userDrawn="1"/>
        </p:nvSpPr>
        <p:spPr>
          <a:xfrm>
            <a:off x="5947302" y="1323113"/>
            <a:ext cx="2920129" cy="1704333"/>
          </a:xfrm>
          <a:prstGeom prst="roundRect">
            <a:avLst>
              <a:gd name="adj" fmla="val 472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5F13E6-D7A3-ADB9-ABAC-0B8A2A712A6C}"/>
              </a:ext>
            </a:extLst>
          </p:cNvPr>
          <p:cNvSpPr/>
          <p:nvPr userDrawn="1"/>
        </p:nvSpPr>
        <p:spPr>
          <a:xfrm>
            <a:off x="535257" y="1305226"/>
            <a:ext cx="5230837" cy="1731271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52423E-0E09-C159-C158-07C3AE5C522F}"/>
              </a:ext>
            </a:extLst>
          </p:cNvPr>
          <p:cNvSpPr/>
          <p:nvPr userDrawn="1"/>
        </p:nvSpPr>
        <p:spPr>
          <a:xfrm>
            <a:off x="8960167" y="1323113"/>
            <a:ext cx="2920129" cy="1704332"/>
          </a:xfrm>
          <a:prstGeom prst="roundRect">
            <a:avLst>
              <a:gd name="adj" fmla="val 472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FDFD48-5E96-6BC9-9494-025465ED2C26}"/>
              </a:ext>
            </a:extLst>
          </p:cNvPr>
          <p:cNvSpPr/>
          <p:nvPr userDrawn="1"/>
        </p:nvSpPr>
        <p:spPr>
          <a:xfrm>
            <a:off x="535257" y="3156062"/>
            <a:ext cx="5230837" cy="3014207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27432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191B99A2-AC39-D76A-203E-E57F9D8DA5B8}"/>
              </a:ext>
            </a:extLst>
          </p:cNvPr>
          <p:cNvSpPr/>
          <p:nvPr userDrawn="1"/>
        </p:nvSpPr>
        <p:spPr>
          <a:xfrm>
            <a:off x="535258" y="3156063"/>
            <a:ext cx="5230838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8B847E-F90E-A74E-186E-8B9BD0BCB90E}"/>
              </a:ext>
            </a:extLst>
          </p:cNvPr>
          <p:cNvSpPr/>
          <p:nvPr userDrawn="1"/>
        </p:nvSpPr>
        <p:spPr>
          <a:xfrm>
            <a:off x="5947302" y="4994569"/>
            <a:ext cx="1919846" cy="1175701"/>
          </a:xfrm>
          <a:prstGeom prst="roundRect">
            <a:avLst>
              <a:gd name="adj" fmla="val 47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895F4B-F551-9176-764A-3C5B27F4128C}"/>
              </a:ext>
            </a:extLst>
          </p:cNvPr>
          <p:cNvSpPr/>
          <p:nvPr userDrawn="1"/>
        </p:nvSpPr>
        <p:spPr>
          <a:xfrm>
            <a:off x="9960450" y="4994569"/>
            <a:ext cx="1919846" cy="1175701"/>
          </a:xfrm>
          <a:prstGeom prst="roundRect">
            <a:avLst>
              <a:gd name="adj" fmla="val 47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E2E103-EFA8-B655-AF4C-B88EAC1C5C0A}"/>
              </a:ext>
            </a:extLst>
          </p:cNvPr>
          <p:cNvSpPr/>
          <p:nvPr userDrawn="1"/>
        </p:nvSpPr>
        <p:spPr>
          <a:xfrm>
            <a:off x="7960224" y="4994569"/>
            <a:ext cx="1919846" cy="1175701"/>
          </a:xfrm>
          <a:prstGeom prst="roundRect">
            <a:avLst>
              <a:gd name="adj" fmla="val 47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71E5F3-6E62-4F6C-AE19-740D27FE77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0594" y="5458055"/>
            <a:ext cx="621102" cy="5520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42A89CE-8CF0-394D-1991-8FCA7A60DE4D}"/>
              </a:ext>
            </a:extLst>
          </p:cNvPr>
          <p:cNvSpPr txBox="1"/>
          <p:nvPr userDrawn="1"/>
        </p:nvSpPr>
        <p:spPr>
          <a:xfrm>
            <a:off x="641022" y="3208311"/>
            <a:ext cx="512532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8" name="Round Same Side Corner Rectangle 27">
            <a:extLst>
              <a:ext uri="{FF2B5EF4-FFF2-40B4-BE49-F238E27FC236}">
                <a16:creationId xmlns:a16="http://schemas.microsoft.com/office/drawing/2014/main" id="{FD8C4607-FEF5-0430-849E-C08FE866AD49}"/>
              </a:ext>
            </a:extLst>
          </p:cNvPr>
          <p:cNvSpPr/>
          <p:nvPr userDrawn="1"/>
        </p:nvSpPr>
        <p:spPr>
          <a:xfrm>
            <a:off x="535260" y="1305226"/>
            <a:ext cx="5230835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F0FA9-D2DA-3F42-37A9-0BAC8B2FCB7D}"/>
              </a:ext>
            </a:extLst>
          </p:cNvPr>
          <p:cNvSpPr txBox="1"/>
          <p:nvPr userDrawn="1"/>
        </p:nvSpPr>
        <p:spPr>
          <a:xfrm>
            <a:off x="546769" y="1384931"/>
            <a:ext cx="5205233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EDF2F440-4C5B-6A02-A27F-2711B3581113}"/>
              </a:ext>
            </a:extLst>
          </p:cNvPr>
          <p:cNvSpPr/>
          <p:nvPr userDrawn="1"/>
        </p:nvSpPr>
        <p:spPr>
          <a:xfrm>
            <a:off x="5947586" y="1321413"/>
            <a:ext cx="2919845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053282-7878-6DE6-D3CC-1DD8DB3C4DC5}"/>
              </a:ext>
            </a:extLst>
          </p:cNvPr>
          <p:cNvSpPr txBox="1"/>
          <p:nvPr userDrawn="1"/>
        </p:nvSpPr>
        <p:spPr>
          <a:xfrm>
            <a:off x="5949244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11FF1031-F401-86E2-5EFB-237A38ED0B03}"/>
              </a:ext>
            </a:extLst>
          </p:cNvPr>
          <p:cNvSpPr/>
          <p:nvPr userDrawn="1"/>
        </p:nvSpPr>
        <p:spPr>
          <a:xfrm>
            <a:off x="8960451" y="1328860"/>
            <a:ext cx="2919845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18849-D039-A93E-FF01-C1BBA0B37F7C}"/>
              </a:ext>
            </a:extLst>
          </p:cNvPr>
          <p:cNvSpPr txBox="1"/>
          <p:nvPr userDrawn="1"/>
        </p:nvSpPr>
        <p:spPr>
          <a:xfrm>
            <a:off x="8962109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5010635D-783E-B0BD-0C05-8625418E5409}"/>
              </a:ext>
            </a:extLst>
          </p:cNvPr>
          <p:cNvSpPr/>
          <p:nvPr userDrawn="1"/>
        </p:nvSpPr>
        <p:spPr>
          <a:xfrm>
            <a:off x="5935993" y="3103330"/>
            <a:ext cx="5943596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B10ABD-C702-EFFB-A9BC-1AE5686F807D}"/>
              </a:ext>
            </a:extLst>
          </p:cNvPr>
          <p:cNvSpPr txBox="1"/>
          <p:nvPr userDrawn="1"/>
        </p:nvSpPr>
        <p:spPr>
          <a:xfrm>
            <a:off x="5938635" y="3168830"/>
            <a:ext cx="5941662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 / Impact Achieved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32843D5-7108-723B-A3EE-63D41962C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854200"/>
            <a:ext cx="4730537" cy="10271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AEE2730D-7C94-8BCF-611F-DA923805F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702830"/>
            <a:ext cx="3977573" cy="15186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A7C4316D-4088-65D1-FBF0-F20F02AD0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3977573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0ECCB68-EDAF-56A8-3081-1F5386F97A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E3A1E24D-EE5B-2630-028C-D26B62257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924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Approach to Solve 1</a:t>
            </a:r>
          </a:p>
          <a:p>
            <a:pPr lvl="0"/>
            <a:r>
              <a:rPr lang="en-US"/>
              <a:t>Approach to Solve 2</a:t>
            </a:r>
          </a:p>
          <a:p>
            <a:pPr lvl="0"/>
            <a:r>
              <a:rPr lang="en-US"/>
              <a:t>Approach to Solve 3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C3C30C1F-BBBB-627C-F44D-DF56D99546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6892"/>
            <a:ext cx="5631537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/ Impact Achieved 1</a:t>
            </a:r>
          </a:p>
          <a:p>
            <a:pPr lvl="0"/>
            <a:r>
              <a:rPr lang="en-US"/>
              <a:t>Metric / Impact Achieved 2</a:t>
            </a:r>
          </a:p>
          <a:p>
            <a:pPr lvl="0"/>
            <a:r>
              <a:rPr lang="en-US"/>
              <a:t>Metric / Impact Achieved 3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E6E75977-0F58-3E78-A846-0173053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C6464819-8F0A-3596-BAFA-FF68929F34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3431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41846A0A-20DE-29CC-BA48-351C52D20F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02984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F85EF648-1B8C-E6A2-2B81-E22A872E24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75363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015A722-8E10-8F7E-3D73-AABDF9DFF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699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1C596808-416B-BCDE-8E64-7585C46922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1754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8364345D-23F4-8B5D-A5A6-1A113987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7331889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A35A3-4FCE-7DF6-3E6F-C1447837E9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359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_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5225-334E-376D-C4B8-5CA02072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5DB309-9B68-032D-E4E1-C0D27676F075}"/>
              </a:ext>
            </a:extLst>
          </p:cNvPr>
          <p:cNvSpPr/>
          <p:nvPr userDrawn="1"/>
        </p:nvSpPr>
        <p:spPr>
          <a:xfrm>
            <a:off x="4934854" y="3033693"/>
            <a:ext cx="6673566" cy="318156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7FD77D-3041-C82B-6839-816B1B6CDD66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F4B0A1-77E1-AEAE-BC41-CD54F775D5C0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AB5170-C5C4-37EC-DEE6-D33EA3422BF6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ACDE36-51CC-CC62-B73E-EFD4B2228822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72505FE-699B-A391-EB3D-BA1FEB09EE9D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F9B5896-F065-0C72-23BC-541A68629E86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2F1466-84DF-DD0D-E395-EC0C97085F0B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024D33-2A7C-5736-CCEB-25F71580DF65}"/>
              </a:ext>
            </a:extLst>
          </p:cNvPr>
          <p:cNvSpPr/>
          <p:nvPr userDrawn="1"/>
        </p:nvSpPr>
        <p:spPr>
          <a:xfrm>
            <a:off x="4934854" y="1306383"/>
            <a:ext cx="6673566" cy="156908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A14039-CBBE-F49B-110E-628CA087D8D5}"/>
              </a:ext>
            </a:extLst>
          </p:cNvPr>
          <p:cNvSpPr/>
          <p:nvPr userDrawn="1"/>
        </p:nvSpPr>
        <p:spPr>
          <a:xfrm>
            <a:off x="622852" y="3033695"/>
            <a:ext cx="4147445" cy="3181569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0ACDC86-B800-B031-B450-D7A94B59E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2099" y="5380383"/>
            <a:ext cx="723058" cy="64271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8DBB5E-5629-3877-C058-C882D961DFEF}"/>
              </a:ext>
            </a:extLst>
          </p:cNvPr>
          <p:cNvSpPr/>
          <p:nvPr userDrawn="1"/>
        </p:nvSpPr>
        <p:spPr>
          <a:xfrm>
            <a:off x="618900" y="1306384"/>
            <a:ext cx="4151397" cy="1569334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432D9C1E-3CC8-26F8-571A-3FA2E9C28B17}"/>
              </a:ext>
            </a:extLst>
          </p:cNvPr>
          <p:cNvSpPr/>
          <p:nvPr userDrawn="1"/>
        </p:nvSpPr>
        <p:spPr>
          <a:xfrm>
            <a:off x="623357" y="1306384"/>
            <a:ext cx="4151397" cy="399763"/>
          </a:xfrm>
          <a:prstGeom prst="round2SameRect">
            <a:avLst>
              <a:gd name="adj1" fmla="val 12152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AFDFD-9051-0E83-E1F2-95E0CF42D128}"/>
              </a:ext>
            </a:extLst>
          </p:cNvPr>
          <p:cNvSpPr txBox="1"/>
          <p:nvPr userDrawn="1"/>
        </p:nvSpPr>
        <p:spPr>
          <a:xfrm>
            <a:off x="627229" y="1377185"/>
            <a:ext cx="414306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1E8E71C9-4BE6-D1A0-5788-57A3F8868FCE}"/>
              </a:ext>
            </a:extLst>
          </p:cNvPr>
          <p:cNvSpPr/>
          <p:nvPr userDrawn="1"/>
        </p:nvSpPr>
        <p:spPr>
          <a:xfrm>
            <a:off x="622851" y="3034224"/>
            <a:ext cx="4151397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99963-67EA-08FB-46EB-D4138EE80C04}"/>
              </a:ext>
            </a:extLst>
          </p:cNvPr>
          <p:cNvSpPr txBox="1"/>
          <p:nvPr userDrawn="1"/>
        </p:nvSpPr>
        <p:spPr>
          <a:xfrm>
            <a:off x="587621" y="3103301"/>
            <a:ext cx="4182676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7F18D96B-8558-F3A6-B8A9-95C8AB7D2A95}"/>
              </a:ext>
            </a:extLst>
          </p:cNvPr>
          <p:cNvSpPr/>
          <p:nvPr userDrawn="1"/>
        </p:nvSpPr>
        <p:spPr>
          <a:xfrm>
            <a:off x="4937324" y="1308510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C147FA-300A-C02A-3F8F-BAE807749B37}"/>
              </a:ext>
            </a:extLst>
          </p:cNvPr>
          <p:cNvSpPr txBox="1"/>
          <p:nvPr userDrawn="1"/>
        </p:nvSpPr>
        <p:spPr>
          <a:xfrm>
            <a:off x="4939312" y="1377185"/>
            <a:ext cx="666910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27" name="Round Same Side Corner Rectangle 26">
            <a:extLst>
              <a:ext uri="{FF2B5EF4-FFF2-40B4-BE49-F238E27FC236}">
                <a16:creationId xmlns:a16="http://schemas.microsoft.com/office/drawing/2014/main" id="{0EB58D37-76B0-CC4F-6961-BEE2C3D652D1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AD22B-FA73-6BEA-78BB-1084F3699AF8}"/>
              </a:ext>
            </a:extLst>
          </p:cNvPr>
          <p:cNvSpPr txBox="1"/>
          <p:nvPr userDrawn="1"/>
        </p:nvSpPr>
        <p:spPr>
          <a:xfrm>
            <a:off x="5247599" y="3364911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5DAC6A7D-6E19-E0D7-8028-F90A706EB0FE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C34F57-37DC-8FB0-009A-F481F46A52BE}"/>
              </a:ext>
            </a:extLst>
          </p:cNvPr>
          <p:cNvSpPr txBox="1"/>
          <p:nvPr userDrawn="1"/>
        </p:nvSpPr>
        <p:spPr>
          <a:xfrm>
            <a:off x="7315200" y="3376436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E2E28293-9502-0BF1-ED48-AA10F31EF0BC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3A186-798B-8D22-E95A-A3A4833D2091}"/>
              </a:ext>
            </a:extLst>
          </p:cNvPr>
          <p:cNvSpPr txBox="1"/>
          <p:nvPr userDrawn="1"/>
        </p:nvSpPr>
        <p:spPr>
          <a:xfrm>
            <a:off x="9383825" y="3375834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28853B31-0EDD-D8F2-255E-8E7AE6922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778799"/>
            <a:ext cx="3882044" cy="99264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41C8E5B8-533D-C1F2-D9B9-3C37D421F1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591964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6F9FF863-B258-D006-A46D-64C9E8C295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2848921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C69D9F7-FE7B-A2E3-BB7E-C83A26C61D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2194" y="1779588"/>
            <a:ext cx="6353519" cy="98846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2" name="Text Placeholder 45">
            <a:extLst>
              <a:ext uri="{FF2B5EF4-FFF2-40B4-BE49-F238E27FC236}">
                <a16:creationId xmlns:a16="http://schemas.microsoft.com/office/drawing/2014/main" id="{7A3E4FA5-158B-6AEE-68CD-D401E83AF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F8421DCB-5B1E-8FC5-54B3-C6315D81D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72C633DC-AA26-58DE-E0AB-EF112C9361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02E495-63C0-C89D-AF09-BFBC2E9B0B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990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1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4B39EC5C-1529-5E18-6C18-53AFE7A34E1F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1" y="4330521"/>
            <a:ext cx="12192000" cy="1886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41E0184-F804-3A80-D2BE-7EB4466DE203}"/>
              </a:ext>
            </a:extLst>
          </p:cNvPr>
          <p:cNvSpPr/>
          <p:nvPr userDrawn="1"/>
        </p:nvSpPr>
        <p:spPr>
          <a:xfrm>
            <a:off x="0" y="4044393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6DF2F-793C-8622-A47F-5F1DB2637E11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780BDE16-43A3-DE71-7B38-628A3E9F2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8764E3C-F7FE-2FB7-929C-0011DFEE4C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658" y="4237965"/>
            <a:ext cx="4494443" cy="11287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FA83C17-14D9-390C-BDE5-35D27E5C0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659" y="5483323"/>
            <a:ext cx="3277884" cy="2514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DA7D6-CE6F-3824-348B-97704D679378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DA3FEE-9F78-C1D7-6271-7AC8B77EBEFE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FABA401C-AF59-75B4-597A-3D7BA26D52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8820C755-D9E8-7223-E7B8-E8B80928CA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7E3F1-1976-201A-CF40-24356A9DA9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158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2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0" y="4327267"/>
            <a:ext cx="12192000" cy="1886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C9A18-CC72-C68A-B108-36A95EEC5A92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D2AB9-361A-91E7-B7FC-45187347596F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1" name="Text Placeholder 45">
            <a:extLst>
              <a:ext uri="{FF2B5EF4-FFF2-40B4-BE49-F238E27FC236}">
                <a16:creationId xmlns:a16="http://schemas.microsoft.com/office/drawing/2014/main" id="{920C8335-7A3B-4991-2A6A-3DC4AD2F17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22" name="Picture 21" descr="A group of people giving each other a high five&#10;&#10;Description automatically generated">
            <a:extLst>
              <a:ext uri="{FF2B5EF4-FFF2-40B4-BE49-F238E27FC236}">
                <a16:creationId xmlns:a16="http://schemas.microsoft.com/office/drawing/2014/main" id="{5B045634-C003-B9E3-5CC5-D0257A643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87"/>
          <a:stretch/>
        </p:blipFill>
        <p:spPr>
          <a:xfrm>
            <a:off x="0" y="4054785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</p:spPr>
      </p:pic>
      <p:sp>
        <p:nvSpPr>
          <p:cNvPr id="23" name="Text Placeholder 45">
            <a:extLst>
              <a:ext uri="{FF2B5EF4-FFF2-40B4-BE49-F238E27FC236}">
                <a16:creationId xmlns:a16="http://schemas.microsoft.com/office/drawing/2014/main" id="{1233F865-FE74-3B1F-F0B1-F6F6EB93E1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0E11E0FD-4F57-035D-41A8-CE8E0C711407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9A2566-A9E3-267D-BC9D-676ADF2BAB34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95B98870-8664-F6C5-F1FC-29A1675F62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448DA-9E73-391D-D60A-FFE49CC6D6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04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mpion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C30820-651C-7BA3-A3B3-A9E38023C7A8}"/>
              </a:ext>
            </a:extLst>
          </p:cNvPr>
          <p:cNvSpPr/>
          <p:nvPr userDrawn="1"/>
        </p:nvSpPr>
        <p:spPr>
          <a:xfrm>
            <a:off x="4934854" y="3049133"/>
            <a:ext cx="6673566" cy="316612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D946BE-9F9F-1845-BA4F-3BB7588F5108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64F8BF-7F5F-F42A-19C1-D8757EAB9EC4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D4A314-ADA5-36DE-B279-C180F30E2820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C4BA87-9A4A-CFEC-1691-59238A61FC48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68FF654-CF95-0914-2889-FE5FE5295F33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DA8977-4CEB-DB06-25CF-BED585157E21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7AC413-DE69-EEF3-4159-B0298AAA38FC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18366B-3931-C4F6-2491-FC28922F6437}"/>
              </a:ext>
            </a:extLst>
          </p:cNvPr>
          <p:cNvSpPr/>
          <p:nvPr userDrawn="1"/>
        </p:nvSpPr>
        <p:spPr>
          <a:xfrm>
            <a:off x="4934854" y="1230502"/>
            <a:ext cx="6673566" cy="1626469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B84DB1-F24D-7496-3F98-4009B6A7E428}"/>
              </a:ext>
            </a:extLst>
          </p:cNvPr>
          <p:cNvSpPr/>
          <p:nvPr userDrawn="1"/>
        </p:nvSpPr>
        <p:spPr>
          <a:xfrm>
            <a:off x="622852" y="1399571"/>
            <a:ext cx="4147445" cy="4815692"/>
          </a:xfrm>
          <a:prstGeom prst="roundRect">
            <a:avLst>
              <a:gd name="adj" fmla="val 205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FFDF4AFD-D07B-561A-AA16-CED0010891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2330" y="1783885"/>
            <a:ext cx="723058" cy="642718"/>
          </a:xfrm>
          <a:prstGeom prst="rect">
            <a:avLst/>
          </a:prstGeom>
        </p:spPr>
      </p:pic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0BF06BF8-E29D-F2BD-67A7-3DB58B1DFEA7}"/>
              </a:ext>
            </a:extLst>
          </p:cNvPr>
          <p:cNvSpPr/>
          <p:nvPr userDrawn="1"/>
        </p:nvSpPr>
        <p:spPr>
          <a:xfrm>
            <a:off x="622851" y="1230502"/>
            <a:ext cx="4151397" cy="401890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766AC-A36C-15D8-1925-503153BEEC73}"/>
              </a:ext>
            </a:extLst>
          </p:cNvPr>
          <p:cNvSpPr txBox="1"/>
          <p:nvPr userDrawn="1"/>
        </p:nvSpPr>
        <p:spPr>
          <a:xfrm>
            <a:off x="605236" y="1278221"/>
            <a:ext cx="4182676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Champion Information</a:t>
            </a:r>
          </a:p>
        </p:txBody>
      </p:sp>
      <p:sp>
        <p:nvSpPr>
          <p:cNvPr id="38" name="Round Same Side Corner Rectangle 37">
            <a:extLst>
              <a:ext uri="{FF2B5EF4-FFF2-40B4-BE49-F238E27FC236}">
                <a16:creationId xmlns:a16="http://schemas.microsoft.com/office/drawing/2014/main" id="{98EB5FFF-0C05-BBEF-B2D7-48C64F87B998}"/>
              </a:ext>
            </a:extLst>
          </p:cNvPr>
          <p:cNvSpPr/>
          <p:nvPr userDrawn="1"/>
        </p:nvSpPr>
        <p:spPr>
          <a:xfrm>
            <a:off x="4937324" y="1232629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93F5A-3845-6DF7-3E15-AC4393A323E3}"/>
              </a:ext>
            </a:extLst>
          </p:cNvPr>
          <p:cNvSpPr txBox="1"/>
          <p:nvPr userDrawn="1"/>
        </p:nvSpPr>
        <p:spPr>
          <a:xfrm>
            <a:off x="4939312" y="1278221"/>
            <a:ext cx="666910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Testimonial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41" name="Round Same Side Corner Rectangle 40">
            <a:extLst>
              <a:ext uri="{FF2B5EF4-FFF2-40B4-BE49-F238E27FC236}">
                <a16:creationId xmlns:a16="http://schemas.microsoft.com/office/drawing/2014/main" id="{6BDF03E5-17E2-9166-9E9B-B0D67447D879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DA34B-13C8-4BD2-81C7-5799DEB897FD}"/>
              </a:ext>
            </a:extLst>
          </p:cNvPr>
          <p:cNvSpPr txBox="1"/>
          <p:nvPr userDrawn="1"/>
        </p:nvSpPr>
        <p:spPr>
          <a:xfrm>
            <a:off x="5247599" y="3357217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Challenge</a:t>
            </a:r>
          </a:p>
        </p:txBody>
      </p:sp>
      <p:sp>
        <p:nvSpPr>
          <p:cNvPr id="43" name="Round Same Side Corner Rectangle 42">
            <a:extLst>
              <a:ext uri="{FF2B5EF4-FFF2-40B4-BE49-F238E27FC236}">
                <a16:creationId xmlns:a16="http://schemas.microsoft.com/office/drawing/2014/main" id="{F64B1CCE-B1FB-1571-5DA4-7D833413E117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611841-F2C1-5CD8-763F-437A47ADF6FA}"/>
              </a:ext>
            </a:extLst>
          </p:cNvPr>
          <p:cNvSpPr txBox="1"/>
          <p:nvPr userDrawn="1"/>
        </p:nvSpPr>
        <p:spPr>
          <a:xfrm>
            <a:off x="7315200" y="3368742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7" name="Round Same Side Corner Rectangle 46">
            <a:extLst>
              <a:ext uri="{FF2B5EF4-FFF2-40B4-BE49-F238E27FC236}">
                <a16:creationId xmlns:a16="http://schemas.microsoft.com/office/drawing/2014/main" id="{6492E617-055B-788C-2240-D167ADB42494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2C0C6A-691D-E5E8-4745-5E59E6DA0491}"/>
              </a:ext>
            </a:extLst>
          </p:cNvPr>
          <p:cNvSpPr txBox="1"/>
          <p:nvPr userDrawn="1"/>
        </p:nvSpPr>
        <p:spPr>
          <a:xfrm>
            <a:off x="9383825" y="3368140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82D99856-AB02-8D15-5FD1-F2FC9970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38D0593F-0DE1-D765-F90D-F894AE3555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0266" y="1786359"/>
            <a:ext cx="5260242" cy="5405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54" name="Text Placeholder 38">
            <a:extLst>
              <a:ext uri="{FF2B5EF4-FFF2-40B4-BE49-F238E27FC236}">
                <a16:creationId xmlns:a16="http://schemas.microsoft.com/office/drawing/2014/main" id="{02E8A55F-FCAA-2CD7-CB93-6412900340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0266" y="2436098"/>
            <a:ext cx="5260242" cy="290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FFAD9EA6-50BF-AEA7-331A-F7325653FF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16987DBD-F2CF-2EF9-A22B-4BC2EEB02A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59" name="Text Placeholder 45">
            <a:extLst>
              <a:ext uri="{FF2B5EF4-FFF2-40B4-BE49-F238E27FC236}">
                <a16:creationId xmlns:a16="http://schemas.microsoft.com/office/drawing/2014/main" id="{406CC546-2CD4-DA9D-E46D-5DAE04F0C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sp>
        <p:nvSpPr>
          <p:cNvPr id="60" name="Text Placeholder 38">
            <a:extLst>
              <a:ext uri="{FF2B5EF4-FFF2-40B4-BE49-F238E27FC236}">
                <a16:creationId xmlns:a16="http://schemas.microsoft.com/office/drawing/2014/main" id="{4EB4D149-B06B-610C-D6CE-98C6D11550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9249" y="3828916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Champion Information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186B511E-D19B-85A4-58C1-CE589484B15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249" y="1784350"/>
            <a:ext cx="1735137" cy="1817688"/>
          </a:xfrm>
          <a:solidFill>
            <a:schemeClr val="bg2">
              <a:lumMod val="50000"/>
            </a:schemeClr>
          </a:solidFill>
        </p:spPr>
        <p:txBody>
          <a:bodyPr tIns="182880" anchor="t" anchorCtr="0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Headshot Image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F99E26-63BE-4897-6CE4-DCFE26B1D4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384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0850" y="3955261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DF393-13A2-29EE-764F-17874091D5E5}"/>
              </a:ext>
            </a:extLst>
          </p:cNvPr>
          <p:cNvSpPr txBox="1"/>
          <p:nvPr userDrawn="1"/>
        </p:nvSpPr>
        <p:spPr>
          <a:xfrm>
            <a:off x="450850" y="3050435"/>
            <a:ext cx="9376675" cy="757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800" b="1">
                <a:solidFill>
                  <a:srgbClr val="3F434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BA54CE2-D3A6-D7A3-F191-231E70AD36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0602B1-3AB0-C6DF-0E3E-8CAFFD282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280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23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976FBA-51A1-B173-4C36-323DE3ED583C}"/>
              </a:ext>
            </a:extLst>
          </p:cNvPr>
          <p:cNvSpPr>
            <a:spLocks/>
          </p:cNvSpPr>
          <p:nvPr userDrawn="1"/>
        </p:nvSpPr>
        <p:spPr>
          <a:xfrm>
            <a:off x="-7937" y="-24609"/>
            <a:ext cx="7461351" cy="6881019"/>
          </a:xfrm>
          <a:custGeom>
            <a:avLst/>
            <a:gdLst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355946 w 11503021"/>
              <a:gd name="connsiteY5" fmla="*/ 5323147 h 5328149"/>
              <a:gd name="connsiteX6" fmla="*/ 0 w 11503021"/>
              <a:gd name="connsiteY6" fmla="*/ 5328149 h 5328149"/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5751511 w 11503021"/>
              <a:gd name="connsiteY5" fmla="*/ 5307019 h 5328149"/>
              <a:gd name="connsiteX6" fmla="*/ 355946 w 11503021"/>
              <a:gd name="connsiteY6" fmla="*/ 5323147 h 5328149"/>
              <a:gd name="connsiteX7" fmla="*/ 0 w 11503021"/>
              <a:gd name="connsiteY7" fmla="*/ 5328149 h 5328149"/>
              <a:gd name="connsiteX8" fmla="*/ 0 w 11503021"/>
              <a:gd name="connsiteY8" fmla="*/ 0 h 5328149"/>
              <a:gd name="connsiteX0" fmla="*/ 0 w 11503021"/>
              <a:gd name="connsiteY0" fmla="*/ 9904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9" fmla="*/ 0 w 11503021"/>
              <a:gd name="connsiteY9" fmla="*/ 9904 h 5338053"/>
              <a:gd name="connsiteX0" fmla="*/ 0 w 11503021"/>
              <a:gd name="connsiteY0" fmla="*/ 5338053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0" fmla="*/ 0 w 11147075"/>
              <a:gd name="connsiteY0" fmla="*/ 5333051 h 5333051"/>
              <a:gd name="connsiteX1" fmla="*/ 5405357 w 11147075"/>
              <a:gd name="connsiteY1" fmla="*/ 0 h 5333051"/>
              <a:gd name="connsiteX2" fmla="*/ 11147075 w 11147075"/>
              <a:gd name="connsiteY2" fmla="*/ 9904 h 5333051"/>
              <a:gd name="connsiteX3" fmla="*/ 11104167 w 11147075"/>
              <a:gd name="connsiteY3" fmla="*/ 181648 h 5333051"/>
              <a:gd name="connsiteX4" fmla="*/ 9870768 w 11147075"/>
              <a:gd name="connsiteY4" fmla="*/ 5039129 h 5333051"/>
              <a:gd name="connsiteX5" fmla="*/ 9664646 w 11147075"/>
              <a:gd name="connsiteY5" fmla="*/ 5304223 h 5333051"/>
              <a:gd name="connsiteX6" fmla="*/ 5395565 w 11147075"/>
              <a:gd name="connsiteY6" fmla="*/ 5316923 h 5333051"/>
              <a:gd name="connsiteX7" fmla="*/ 0 w 11147075"/>
              <a:gd name="connsiteY7" fmla="*/ 5333051 h 5333051"/>
              <a:gd name="connsiteX0" fmla="*/ 0 w 5751510"/>
              <a:gd name="connsiteY0" fmla="*/ 5316923 h 5316923"/>
              <a:gd name="connsiteX1" fmla="*/ 9792 w 5751510"/>
              <a:gd name="connsiteY1" fmla="*/ 0 h 5316923"/>
              <a:gd name="connsiteX2" fmla="*/ 5751510 w 5751510"/>
              <a:gd name="connsiteY2" fmla="*/ 9904 h 5316923"/>
              <a:gd name="connsiteX3" fmla="*/ 5708602 w 5751510"/>
              <a:gd name="connsiteY3" fmla="*/ 181648 h 5316923"/>
              <a:gd name="connsiteX4" fmla="*/ 4475203 w 5751510"/>
              <a:gd name="connsiteY4" fmla="*/ 5039129 h 5316923"/>
              <a:gd name="connsiteX5" fmla="*/ 4269081 w 5751510"/>
              <a:gd name="connsiteY5" fmla="*/ 5304223 h 5316923"/>
              <a:gd name="connsiteX6" fmla="*/ 0 w 5751510"/>
              <a:gd name="connsiteY6" fmla="*/ 5316923 h 5316923"/>
              <a:gd name="connsiteX0" fmla="*/ 1224 w 5752734"/>
              <a:gd name="connsiteY0" fmla="*/ 5315087 h 5315087"/>
              <a:gd name="connsiteX1" fmla="*/ 0 w 5752734"/>
              <a:gd name="connsiteY1" fmla="*/ 0 h 5315087"/>
              <a:gd name="connsiteX2" fmla="*/ 5752734 w 5752734"/>
              <a:gd name="connsiteY2" fmla="*/ 8068 h 5315087"/>
              <a:gd name="connsiteX3" fmla="*/ 5709826 w 5752734"/>
              <a:gd name="connsiteY3" fmla="*/ 179812 h 5315087"/>
              <a:gd name="connsiteX4" fmla="*/ 4476427 w 5752734"/>
              <a:gd name="connsiteY4" fmla="*/ 5037293 h 5315087"/>
              <a:gd name="connsiteX5" fmla="*/ 4270305 w 5752734"/>
              <a:gd name="connsiteY5" fmla="*/ 5302387 h 5315087"/>
              <a:gd name="connsiteX6" fmla="*/ 1224 w 5752734"/>
              <a:gd name="connsiteY6" fmla="*/ 5315087 h 5315087"/>
              <a:gd name="connsiteX0" fmla="*/ 6120 w 5752734"/>
              <a:gd name="connsiteY0" fmla="*/ 5305295 h 5305295"/>
              <a:gd name="connsiteX1" fmla="*/ 0 w 5752734"/>
              <a:gd name="connsiteY1" fmla="*/ 0 h 5305295"/>
              <a:gd name="connsiteX2" fmla="*/ 5752734 w 5752734"/>
              <a:gd name="connsiteY2" fmla="*/ 8068 h 5305295"/>
              <a:gd name="connsiteX3" fmla="*/ 5709826 w 5752734"/>
              <a:gd name="connsiteY3" fmla="*/ 179812 h 5305295"/>
              <a:gd name="connsiteX4" fmla="*/ 4476427 w 5752734"/>
              <a:gd name="connsiteY4" fmla="*/ 5037293 h 5305295"/>
              <a:gd name="connsiteX5" fmla="*/ 4270305 w 5752734"/>
              <a:gd name="connsiteY5" fmla="*/ 5302387 h 5305295"/>
              <a:gd name="connsiteX6" fmla="*/ 6120 w 5752734"/>
              <a:gd name="connsiteY6" fmla="*/ 5305295 h 530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2734" h="5305295">
                <a:moveTo>
                  <a:pt x="6120" y="5305295"/>
                </a:moveTo>
                <a:lnTo>
                  <a:pt x="0" y="0"/>
                </a:lnTo>
                <a:lnTo>
                  <a:pt x="5752734" y="8068"/>
                </a:lnTo>
                <a:lnTo>
                  <a:pt x="5709826" y="179812"/>
                </a:lnTo>
                <a:cubicBezTo>
                  <a:pt x="5315404" y="1756422"/>
                  <a:pt x="4660302" y="4325075"/>
                  <a:pt x="4476427" y="5037293"/>
                </a:cubicBezTo>
                <a:cubicBezTo>
                  <a:pt x="4434163" y="5198793"/>
                  <a:pt x="4385431" y="5300775"/>
                  <a:pt x="4270305" y="5302387"/>
                </a:cubicBezTo>
                <a:lnTo>
                  <a:pt x="6120" y="5305295"/>
                </a:lnTo>
                <a:close/>
              </a:path>
            </a:pathLst>
          </a:custGeom>
          <a:solidFill>
            <a:schemeClr val="tx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S">
              <a:solidFill>
                <a:srgbClr val="E1C56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3CAE-9FD5-2DFB-D3D9-B2E61FF6F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449466"/>
            <a:ext cx="3900332" cy="4007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6EE748-E418-468F-9C7E-4E9148E945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1" y="1437506"/>
            <a:ext cx="5600700" cy="1859609"/>
          </a:xfrm>
        </p:spPr>
        <p:txBody>
          <a:bodyPr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9F492-4B76-4A31-8DA2-FE60C11FFA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297115"/>
            <a:ext cx="5263662" cy="1116623"/>
          </a:xfrm>
        </p:spPr>
        <p:txBody>
          <a:bodyPr/>
          <a:lstStyle>
            <a:lvl1pPr marL="0" indent="0" algn="l">
              <a:buNone/>
              <a:defRPr sz="32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6F7176E-06A6-D65E-2008-546B5FB7AC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5296120"/>
            <a:ext cx="2936875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Arial 24pt </a:t>
            </a:r>
            <a:endParaRPr lang="LID4096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7F6B689-C685-5EDC-021F-D3C2231EF1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5793177"/>
            <a:ext cx="2393080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Arial 24pt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76689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53134"/>
            <a:ext cx="9376675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452987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B1118800-9BD9-8836-3312-3225FFD747E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C1119-71D6-3483-1752-46C04CC986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019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+ Image">
    <p:bg>
      <p:bgPr>
        <a:solidFill>
          <a:schemeClr val="bg1">
            <a:lumMod val="95000"/>
            <a:alpha val="4524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A8A80B-393E-118B-B6FC-3D3E59F07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82411"/>
          </a:xfrm>
          <a:solidFill>
            <a:schemeClr val="bg2">
              <a:lumMod val="90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76" y="4615559"/>
            <a:ext cx="11045324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7076" y="5315413"/>
            <a:ext cx="11045324" cy="6728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Subtitle, presenter names, and/or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32C47-5C2F-E6E9-073A-5D76261C1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228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8">
            <a:extLst>
              <a:ext uri="{FF2B5EF4-FFF2-40B4-BE49-F238E27FC236}">
                <a16:creationId xmlns:a16="http://schemas.microsoft.com/office/drawing/2014/main" id="{C4DC8BC1-06FB-6B92-31F2-5E6D9EDA9D90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</p:spTree>
    <p:extLst>
      <p:ext uri="{BB962C8B-B14F-4D97-AF65-F5344CB8AC3E}">
        <p14:creationId xmlns:p14="http://schemas.microsoft.com/office/powerpoint/2010/main" val="2862704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bg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C9088-2699-5792-4008-0398BF0F51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632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DDDFC-84F9-10F6-64EB-B3938179E5C4}"/>
              </a:ext>
            </a:extLst>
          </p:cNvPr>
          <p:cNvSpPr/>
          <p:nvPr userDrawn="1"/>
        </p:nvSpPr>
        <p:spPr>
          <a:xfrm>
            <a:off x="534988" y="1720462"/>
            <a:ext cx="1413819" cy="1048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#3F434F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1FCCC-25A0-985E-9192-4F9806B04497}"/>
              </a:ext>
            </a:extLst>
          </p:cNvPr>
          <p:cNvSpPr/>
          <p:nvPr userDrawn="1"/>
        </p:nvSpPr>
        <p:spPr>
          <a:xfrm>
            <a:off x="2144924" y="1720462"/>
            <a:ext cx="1413819" cy="10484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#4D8194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99A24-2035-8918-20DA-6218A4CCB5DE}"/>
              </a:ext>
            </a:extLst>
          </p:cNvPr>
          <p:cNvSpPr/>
          <p:nvPr userDrawn="1"/>
        </p:nvSpPr>
        <p:spPr>
          <a:xfrm>
            <a:off x="3754860" y="1720462"/>
            <a:ext cx="1413819" cy="1048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#DCC479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7BD3B-097C-23F3-FA25-F5B8DD8E73B6}"/>
              </a:ext>
            </a:extLst>
          </p:cNvPr>
          <p:cNvSpPr/>
          <p:nvPr userDrawn="1"/>
        </p:nvSpPr>
        <p:spPr>
          <a:xfrm>
            <a:off x="5364795" y="1720462"/>
            <a:ext cx="1413819" cy="1048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#D22428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C0EE6-BDFB-37FC-C414-6F8FE4CD6D24}"/>
              </a:ext>
            </a:extLst>
          </p:cNvPr>
          <p:cNvSpPr/>
          <p:nvPr userDrawn="1"/>
        </p:nvSpPr>
        <p:spPr>
          <a:xfrm>
            <a:off x="6974730" y="1720462"/>
            <a:ext cx="1413819" cy="10484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#13234E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66A85-97A7-DF40-562C-662EACEBD5E5}"/>
              </a:ext>
            </a:extLst>
          </p:cNvPr>
          <p:cNvSpPr/>
          <p:nvPr userDrawn="1"/>
        </p:nvSpPr>
        <p:spPr>
          <a:xfrm>
            <a:off x="8584665" y="1720462"/>
            <a:ext cx="1413819" cy="1048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#558156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F2BEB-AE68-895D-4456-1E36040EFD72}"/>
              </a:ext>
            </a:extLst>
          </p:cNvPr>
          <p:cNvSpPr/>
          <p:nvPr userDrawn="1"/>
        </p:nvSpPr>
        <p:spPr>
          <a:xfrm>
            <a:off x="10194601" y="1720462"/>
            <a:ext cx="1413819" cy="10484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#574941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CC1AD-841A-229F-A65B-5D0E4E11898B}"/>
              </a:ext>
            </a:extLst>
          </p:cNvPr>
          <p:cNvSpPr/>
          <p:nvPr userDrawn="1"/>
        </p:nvSpPr>
        <p:spPr>
          <a:xfrm>
            <a:off x="534988" y="2768656"/>
            <a:ext cx="1413819" cy="10484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#696972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EB5B6-B988-4182-CA3E-664F0D407B97}"/>
              </a:ext>
            </a:extLst>
          </p:cNvPr>
          <p:cNvSpPr/>
          <p:nvPr userDrawn="1"/>
        </p:nvSpPr>
        <p:spPr>
          <a:xfrm>
            <a:off x="2144923" y="2768655"/>
            <a:ext cx="1413819" cy="10484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#8EB6C4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F6707-EBE0-78A8-913D-251DD774FC69}"/>
              </a:ext>
            </a:extLst>
          </p:cNvPr>
          <p:cNvSpPr/>
          <p:nvPr userDrawn="1"/>
        </p:nvSpPr>
        <p:spPr>
          <a:xfrm>
            <a:off x="3754858" y="2768655"/>
            <a:ext cx="1413819" cy="10484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#EADBAF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A37D-B9D8-DD25-A283-B0664023C5C1}"/>
              </a:ext>
            </a:extLst>
          </p:cNvPr>
          <p:cNvSpPr/>
          <p:nvPr userDrawn="1"/>
        </p:nvSpPr>
        <p:spPr>
          <a:xfrm>
            <a:off x="5364792" y="2768655"/>
            <a:ext cx="1413819" cy="1048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#E87885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1339F-E3BB-A494-6F6B-933790DB1AEF}"/>
              </a:ext>
            </a:extLst>
          </p:cNvPr>
          <p:cNvSpPr/>
          <p:nvPr userDrawn="1"/>
        </p:nvSpPr>
        <p:spPr>
          <a:xfrm>
            <a:off x="6974730" y="2768655"/>
            <a:ext cx="1413819" cy="1048430"/>
          </a:xfrm>
          <a:prstGeom prst="rect">
            <a:avLst/>
          </a:pr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#597BD7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638B0-3FE5-3E1A-443D-A9B6EC1D17E6}"/>
              </a:ext>
            </a:extLst>
          </p:cNvPr>
          <p:cNvSpPr/>
          <p:nvPr userDrawn="1"/>
        </p:nvSpPr>
        <p:spPr>
          <a:xfrm>
            <a:off x="8584665" y="2768655"/>
            <a:ext cx="1413819" cy="10484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#94B895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5C2133-AF7E-AF76-8368-07BFE31C87FC}"/>
              </a:ext>
            </a:extLst>
          </p:cNvPr>
          <p:cNvSpPr/>
          <p:nvPr userDrawn="1"/>
        </p:nvSpPr>
        <p:spPr>
          <a:xfrm>
            <a:off x="10194601" y="2768655"/>
            <a:ext cx="1413819" cy="10484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#A38F84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C10FF5-90FB-38F9-6828-9FAB52E67720}"/>
              </a:ext>
            </a:extLst>
          </p:cNvPr>
          <p:cNvSpPr/>
          <p:nvPr userDrawn="1"/>
        </p:nvSpPr>
        <p:spPr>
          <a:xfrm>
            <a:off x="534988" y="3816850"/>
            <a:ext cx="1413819" cy="104843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#A0A0A8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2E8EE-70D4-A88B-A298-4F225B1F1C7A}"/>
              </a:ext>
            </a:extLst>
          </p:cNvPr>
          <p:cNvSpPr/>
          <p:nvPr userDrawn="1"/>
        </p:nvSpPr>
        <p:spPr>
          <a:xfrm>
            <a:off x="2144923" y="3816850"/>
            <a:ext cx="1413819" cy="10484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#B4CED8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03EC23-836A-845D-EC03-A54BFF16E650}"/>
              </a:ext>
            </a:extLst>
          </p:cNvPr>
          <p:cNvSpPr/>
          <p:nvPr userDrawn="1"/>
        </p:nvSpPr>
        <p:spPr>
          <a:xfrm>
            <a:off x="3754858" y="3816850"/>
            <a:ext cx="1413819" cy="10484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#F1E7C9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87553-2811-D112-BFDE-19461DF2457F}"/>
              </a:ext>
            </a:extLst>
          </p:cNvPr>
          <p:cNvSpPr/>
          <p:nvPr userDrawn="1"/>
        </p:nvSpPr>
        <p:spPr>
          <a:xfrm>
            <a:off x="5364792" y="3816850"/>
            <a:ext cx="1413819" cy="1048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#F0A5AD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FCB663-7B1C-30E2-1B78-B282FEA2C04C}"/>
              </a:ext>
            </a:extLst>
          </p:cNvPr>
          <p:cNvSpPr/>
          <p:nvPr userDrawn="1"/>
        </p:nvSpPr>
        <p:spPr>
          <a:xfrm>
            <a:off x="6974730" y="3816850"/>
            <a:ext cx="1413819" cy="1048430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#ACBDEB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5D21C-2818-0C22-052C-2253662BD3F6}"/>
              </a:ext>
            </a:extLst>
          </p:cNvPr>
          <p:cNvSpPr/>
          <p:nvPr userDrawn="1"/>
        </p:nvSpPr>
        <p:spPr>
          <a:xfrm>
            <a:off x="8584665" y="3816850"/>
            <a:ext cx="1413819" cy="1048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#B8D0B8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9E888-5EE3-75DB-B3BC-B5115B4CB8A1}"/>
              </a:ext>
            </a:extLst>
          </p:cNvPr>
          <p:cNvSpPr/>
          <p:nvPr userDrawn="1"/>
        </p:nvSpPr>
        <p:spPr>
          <a:xfrm>
            <a:off x="10194601" y="3816850"/>
            <a:ext cx="1413819" cy="10484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#C2B5AD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DEE84-8CFF-30D8-8E5C-293F3D4BCE1C}"/>
              </a:ext>
            </a:extLst>
          </p:cNvPr>
          <p:cNvSpPr/>
          <p:nvPr userDrawn="1"/>
        </p:nvSpPr>
        <p:spPr>
          <a:xfrm>
            <a:off x="534988" y="4865045"/>
            <a:ext cx="1413819" cy="10484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#C2C2C7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E58F02-CFC4-C60B-35FE-1454B118B314}"/>
              </a:ext>
            </a:extLst>
          </p:cNvPr>
          <p:cNvSpPr/>
          <p:nvPr userDrawn="1"/>
        </p:nvSpPr>
        <p:spPr>
          <a:xfrm>
            <a:off x="2144923" y="4865045"/>
            <a:ext cx="1413819" cy="10484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#D9E7EB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89EFC2-AA95-FCDD-0E0F-42B2007DA1B2}"/>
              </a:ext>
            </a:extLst>
          </p:cNvPr>
          <p:cNvSpPr/>
          <p:nvPr userDrawn="1"/>
        </p:nvSpPr>
        <p:spPr>
          <a:xfrm>
            <a:off x="3754858" y="4865045"/>
            <a:ext cx="1413819" cy="1048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#F8F3E4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5FD05-44E8-C47F-31F0-6912AC6FA0D4}"/>
              </a:ext>
            </a:extLst>
          </p:cNvPr>
          <p:cNvSpPr/>
          <p:nvPr userDrawn="1"/>
        </p:nvSpPr>
        <p:spPr>
          <a:xfrm>
            <a:off x="5364792" y="4865045"/>
            <a:ext cx="1413819" cy="1048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#F7D2D6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B4EA11-037D-FF5E-51AD-3ED9BDACAB1E}"/>
              </a:ext>
            </a:extLst>
          </p:cNvPr>
          <p:cNvSpPr/>
          <p:nvPr userDrawn="1"/>
        </p:nvSpPr>
        <p:spPr>
          <a:xfrm>
            <a:off x="6974730" y="4865045"/>
            <a:ext cx="1413819" cy="1048430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#DEE5F7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14C09B-6A79-4D7E-F8B4-7D7692E43008}"/>
              </a:ext>
            </a:extLst>
          </p:cNvPr>
          <p:cNvSpPr/>
          <p:nvPr userDrawn="1"/>
        </p:nvSpPr>
        <p:spPr>
          <a:xfrm>
            <a:off x="8584665" y="4865045"/>
            <a:ext cx="1413819" cy="1048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#DBE7DC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2CE718-BE03-C065-77FF-DFA1CD5331D9}"/>
              </a:ext>
            </a:extLst>
          </p:cNvPr>
          <p:cNvSpPr/>
          <p:nvPr userDrawn="1"/>
        </p:nvSpPr>
        <p:spPr>
          <a:xfrm>
            <a:off x="10194601" y="4865045"/>
            <a:ext cx="1413819" cy="1048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#E0DAD6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3312250-0471-9A51-6B0B-ED9099D70062}"/>
              </a:ext>
            </a:extLst>
          </p:cNvPr>
          <p:cNvSpPr txBox="1">
            <a:spLocks/>
          </p:cNvSpPr>
          <p:nvPr userDrawn="1"/>
        </p:nvSpPr>
        <p:spPr>
          <a:xfrm>
            <a:off x="3754858" y="1159679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Accent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B0F3955-55FA-10BC-FD77-709890A58DC8}"/>
              </a:ext>
            </a:extLst>
          </p:cNvPr>
          <p:cNvSpPr txBox="1">
            <a:spLocks/>
          </p:cNvSpPr>
          <p:nvPr userDrawn="1"/>
        </p:nvSpPr>
        <p:spPr>
          <a:xfrm>
            <a:off x="6974726" y="1159678"/>
            <a:ext cx="4633693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Tertiary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CF0240-CE43-20F7-4AE2-FA4A3E0ADB95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815348A6-B43A-07AC-4C37-306E1A8DB1E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483E6-6EF7-7002-4971-9A6D63650EC8}"/>
              </a:ext>
            </a:extLst>
          </p:cNvPr>
          <p:cNvSpPr txBox="1"/>
          <p:nvPr userDrawn="1"/>
        </p:nvSpPr>
        <p:spPr>
          <a:xfrm>
            <a:off x="541868" y="384259"/>
            <a:ext cx="11100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Color Palette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568E34C-2CC0-8D89-49EC-829BBEAF232D}"/>
              </a:ext>
            </a:extLst>
          </p:cNvPr>
          <p:cNvSpPr txBox="1">
            <a:spLocks/>
          </p:cNvSpPr>
          <p:nvPr userDrawn="1"/>
        </p:nvSpPr>
        <p:spPr>
          <a:xfrm>
            <a:off x="534988" y="1159677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Primary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CA38AF-4697-C91E-7FA4-379F011DF5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39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D875A8-62B1-EFC1-A792-694F4EA36361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650D-5204-7A15-D4D9-9A6AFF6DE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29084-C1A6-29FE-31AF-98460979F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660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Dark Mode - J Sw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B534B-5049-076F-B215-DA032EF3E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336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85B61-26F5-ABA7-85BF-B559C4FAA917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7AB09B-D766-5EE2-4333-DF1BAB451CCE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42DFC2-DAF9-FD5F-280C-1DB830FAF0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9863E-AFD1-6C16-78DD-BDEFE0D48D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205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ontent - Black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47408A-CDE8-A163-93A0-B5B0CC7787BF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1E855-E3F3-285C-4F04-5C041426B5D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95D3D3-B848-C391-8156-FDAB1BD6D93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410-196B-5ABC-B27C-94DE3439A4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52910-A258-30EE-F5DF-47864344FA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685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J Swoop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57A3B8-CCA7-77AC-5C81-258EC57FEFE2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65148E-12C2-73F5-7AFF-40A29C5234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F361D-1F76-EBDE-5005-92A25168AA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766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9AFB8-FA1F-C50E-72F2-310D5004AE8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C2343F-0741-1ADF-38A0-8E81405764C5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0B51D-1E98-244A-3C10-44CE8C7C1C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D4D87-12D8-8C46-CC56-0BE35F0BBE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44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JAGGA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505D4-4860-B507-19D8-7C299A120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74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389706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3683D-4A10-2D17-5BED-3F0CE034D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369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72A7F2-F284-9A3D-84F3-CA1DA693F21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922AAC-9A7F-4712-2A14-EDA762401F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347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t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8E56C2-4EDA-060C-458C-424FD3DA7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768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2-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6FD546-9DFE-6C21-8344-B571428DCD8B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en-US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6FC633-D516-F7E3-3329-7CFA23FC7A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183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26ABFB-8063-C809-2F26-CA116ADD9C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E46B6-5CA6-BC7C-F34C-7D82C0BF8C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027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185D7C-D638-69EA-9691-1B3C25C4B434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31E9B-8598-7422-E9C5-B019443F53CC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  <a:lvl2pPr>
              <a:defRPr lang="en-US" sz="1200" dirty="0">
                <a:solidFill>
                  <a:schemeClr val="bg1"/>
                </a:solidFill>
              </a:defRPr>
            </a:lvl2pPr>
            <a:lvl3pPr>
              <a:defRPr lang="en-US" sz="1000" dirty="0">
                <a:solidFill>
                  <a:schemeClr val="bg1"/>
                </a:solidFill>
              </a:defRPr>
            </a:lvl3pPr>
            <a:lvl4pPr>
              <a:defRPr lang="en-US" sz="1000" dirty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B63B36-837F-40CE-3F4E-4CAEFF4724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918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17D1B-5327-5382-C6D0-00499C338D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18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1ACDFE-DA83-AB34-3557-C77C82D8A236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01" y="6480322"/>
            <a:ext cx="1591023" cy="16348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782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B5D3B-14A4-F7AF-EAC6-BAD48904A3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224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4987B1-86D1-1819-BE97-1F1B97A5DD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DA354-2A6E-95F8-4F62-CF4CBFC097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53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601BB7B-7566-6CA8-E534-92F47E8DAC82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765" y="6480322"/>
            <a:ext cx="1591023" cy="1634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764" y="434898"/>
            <a:ext cx="11007656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0764" y="969203"/>
            <a:ext cx="11007385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0765" y="1758950"/>
            <a:ext cx="4542736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90EAC1-4425-C33E-D3A7-208C8EC4580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615225" y="1758950"/>
            <a:ext cx="6221795" cy="349976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effectLst>
            <a:outerShdw blurRad="139700" sx="102000" sy="102000" algn="ctr" rotWithShape="0">
              <a:prstClr val="black">
                <a:alpha val="11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Screenshot (16:9 aspect ratio)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A4231C6-9931-0173-190B-78A3E43B56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87446" y="432474"/>
            <a:ext cx="425873" cy="57270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D7E406C-3206-4838-EB1B-E8DA050F26FA}"/>
              </a:ext>
            </a:extLst>
          </p:cNvPr>
          <p:cNvSpPr txBox="1"/>
          <p:nvPr userDrawn="1"/>
        </p:nvSpPr>
        <p:spPr>
          <a:xfrm>
            <a:off x="11639105" y="5534146"/>
            <a:ext cx="62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Semi Bold"/>
                <a:ea typeface="Inter Semi Bold" panose="02000703000000020004" pitchFamily="50" charset="0"/>
                <a:cs typeface="Inter Semi Bold" panose="02000703000000020004" pitchFamily="50" charset="0"/>
              </a:rPr>
              <a:t>24.1</a:t>
            </a:r>
            <a:endParaRPr lang="en-RS" sz="140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C1E30E-3ED6-F588-5A27-055B5792AE45}"/>
              </a:ext>
            </a:extLst>
          </p:cNvPr>
          <p:cNvCxnSpPr/>
          <p:nvPr userDrawn="1"/>
        </p:nvCxnSpPr>
        <p:spPr>
          <a:xfrm>
            <a:off x="554355" y="297180"/>
            <a:ext cx="0" cy="58902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7B1638-5340-D919-25FE-093F23A794D2}"/>
              </a:ext>
            </a:extLst>
          </p:cNvPr>
          <p:cNvSpPr txBox="1"/>
          <p:nvPr userDrawn="1"/>
        </p:nvSpPr>
        <p:spPr>
          <a:xfrm>
            <a:off x="2542850" y="6423101"/>
            <a:ext cx="326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0">
                <a:solidFill>
                  <a:schemeClr val="bg2"/>
                </a:solidFill>
              </a:rPr>
              <a:t>© Copyright 2024 JAGGAER        </a:t>
            </a:r>
            <a:r>
              <a:rPr lang="en-US" sz="1000" b="1">
                <a:solidFill>
                  <a:schemeClr val="bg2"/>
                </a:solidFill>
              </a:rPr>
              <a:t>Confidential</a:t>
            </a:r>
            <a:endParaRPr lang="en-US" sz="1000" b="0">
              <a:solidFill>
                <a:schemeClr val="bg2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8A2B62-F8DE-FCAA-6EE8-F950D8975A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9864" y="0"/>
            <a:ext cx="2377156" cy="455890"/>
          </a:xfrm>
          <a:prstGeom prst="round2SameRect">
            <a:avLst>
              <a:gd name="adj1" fmla="val 0"/>
              <a:gd name="adj2" fmla="val 19412"/>
            </a:avLst>
          </a:prstGeom>
          <a:solidFill>
            <a:schemeClr val="tx1"/>
          </a:solidFill>
        </p:spPr>
        <p:txBody>
          <a:bodyPr wrap="none" lIns="274320" rIns="914400" anchor="ctr" anchorCtr="0">
            <a:spAutoFit/>
          </a:bodyPr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9102111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ve Behind 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4598A5-A4D5-FA8F-972D-201BC066696B}"/>
              </a:ext>
            </a:extLst>
          </p:cNvPr>
          <p:cNvSpPr/>
          <p:nvPr userDrawn="1"/>
        </p:nvSpPr>
        <p:spPr>
          <a:xfrm>
            <a:off x="5947302" y="3096610"/>
            <a:ext cx="5932994" cy="1828800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99849D-64B7-53A7-3843-C2886784D1A4}"/>
              </a:ext>
            </a:extLst>
          </p:cNvPr>
          <p:cNvSpPr/>
          <p:nvPr userDrawn="1"/>
        </p:nvSpPr>
        <p:spPr>
          <a:xfrm>
            <a:off x="5947302" y="1323113"/>
            <a:ext cx="2920129" cy="1704333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5F13E6-D7A3-ADB9-ABAC-0B8A2A712A6C}"/>
              </a:ext>
            </a:extLst>
          </p:cNvPr>
          <p:cNvSpPr/>
          <p:nvPr userDrawn="1"/>
        </p:nvSpPr>
        <p:spPr>
          <a:xfrm>
            <a:off x="535257" y="1305226"/>
            <a:ext cx="5230837" cy="1731271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52423E-0E09-C159-C158-07C3AE5C522F}"/>
              </a:ext>
            </a:extLst>
          </p:cNvPr>
          <p:cNvSpPr/>
          <p:nvPr userDrawn="1"/>
        </p:nvSpPr>
        <p:spPr>
          <a:xfrm>
            <a:off x="8960167" y="1323113"/>
            <a:ext cx="2920129" cy="1704332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FDFD48-5E96-6BC9-9494-025465ED2C26}"/>
              </a:ext>
            </a:extLst>
          </p:cNvPr>
          <p:cNvSpPr/>
          <p:nvPr userDrawn="1"/>
        </p:nvSpPr>
        <p:spPr>
          <a:xfrm>
            <a:off x="535257" y="3156062"/>
            <a:ext cx="5230837" cy="3014207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27432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191B99A2-AC39-D76A-203E-E57F9D8DA5B8}"/>
              </a:ext>
            </a:extLst>
          </p:cNvPr>
          <p:cNvSpPr/>
          <p:nvPr userDrawn="1"/>
        </p:nvSpPr>
        <p:spPr>
          <a:xfrm>
            <a:off x="535258" y="3156063"/>
            <a:ext cx="5230838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8B847E-F90E-A74E-186E-8B9BD0BCB90E}"/>
              </a:ext>
            </a:extLst>
          </p:cNvPr>
          <p:cNvSpPr/>
          <p:nvPr userDrawn="1"/>
        </p:nvSpPr>
        <p:spPr>
          <a:xfrm>
            <a:off x="5947302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895F4B-F551-9176-764A-3C5B27F4128C}"/>
              </a:ext>
            </a:extLst>
          </p:cNvPr>
          <p:cNvSpPr/>
          <p:nvPr userDrawn="1"/>
        </p:nvSpPr>
        <p:spPr>
          <a:xfrm>
            <a:off x="9960450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E2E103-EFA8-B655-AF4C-B88EAC1C5C0A}"/>
              </a:ext>
            </a:extLst>
          </p:cNvPr>
          <p:cNvSpPr/>
          <p:nvPr userDrawn="1"/>
        </p:nvSpPr>
        <p:spPr>
          <a:xfrm>
            <a:off x="7960224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71E5F3-6E62-4F6C-AE19-740D27FE77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0594" y="5458055"/>
            <a:ext cx="621102" cy="5520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42A89CE-8CF0-394D-1991-8FCA7A60DE4D}"/>
              </a:ext>
            </a:extLst>
          </p:cNvPr>
          <p:cNvSpPr txBox="1"/>
          <p:nvPr userDrawn="1"/>
        </p:nvSpPr>
        <p:spPr>
          <a:xfrm>
            <a:off x="641022" y="3208311"/>
            <a:ext cx="512532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8" name="Round Same Side Corner Rectangle 27">
            <a:extLst>
              <a:ext uri="{FF2B5EF4-FFF2-40B4-BE49-F238E27FC236}">
                <a16:creationId xmlns:a16="http://schemas.microsoft.com/office/drawing/2014/main" id="{FD8C4607-FEF5-0430-849E-C08FE866AD49}"/>
              </a:ext>
            </a:extLst>
          </p:cNvPr>
          <p:cNvSpPr/>
          <p:nvPr userDrawn="1"/>
        </p:nvSpPr>
        <p:spPr>
          <a:xfrm>
            <a:off x="535260" y="1305226"/>
            <a:ext cx="5230835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F0FA9-D2DA-3F42-37A9-0BAC8B2FCB7D}"/>
              </a:ext>
            </a:extLst>
          </p:cNvPr>
          <p:cNvSpPr txBox="1"/>
          <p:nvPr userDrawn="1"/>
        </p:nvSpPr>
        <p:spPr>
          <a:xfrm>
            <a:off x="546769" y="1384931"/>
            <a:ext cx="5205233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EDF2F440-4C5B-6A02-A27F-2711B3581113}"/>
              </a:ext>
            </a:extLst>
          </p:cNvPr>
          <p:cNvSpPr/>
          <p:nvPr userDrawn="1"/>
        </p:nvSpPr>
        <p:spPr>
          <a:xfrm>
            <a:off x="5947586" y="1321413"/>
            <a:ext cx="2919845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053282-7878-6DE6-D3CC-1DD8DB3C4DC5}"/>
              </a:ext>
            </a:extLst>
          </p:cNvPr>
          <p:cNvSpPr txBox="1"/>
          <p:nvPr userDrawn="1"/>
        </p:nvSpPr>
        <p:spPr>
          <a:xfrm>
            <a:off x="5949244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11FF1031-F401-86E2-5EFB-237A38ED0B03}"/>
              </a:ext>
            </a:extLst>
          </p:cNvPr>
          <p:cNvSpPr/>
          <p:nvPr userDrawn="1"/>
        </p:nvSpPr>
        <p:spPr>
          <a:xfrm>
            <a:off x="8960451" y="1328860"/>
            <a:ext cx="2919845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18849-D039-A93E-FF01-C1BBA0B37F7C}"/>
              </a:ext>
            </a:extLst>
          </p:cNvPr>
          <p:cNvSpPr txBox="1"/>
          <p:nvPr userDrawn="1"/>
        </p:nvSpPr>
        <p:spPr>
          <a:xfrm>
            <a:off x="8962109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5010635D-783E-B0BD-0C05-8625418E5409}"/>
              </a:ext>
            </a:extLst>
          </p:cNvPr>
          <p:cNvSpPr/>
          <p:nvPr userDrawn="1"/>
        </p:nvSpPr>
        <p:spPr>
          <a:xfrm>
            <a:off x="5935993" y="3103330"/>
            <a:ext cx="5943596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B10ABD-C702-EFFB-A9BC-1AE5686F807D}"/>
              </a:ext>
            </a:extLst>
          </p:cNvPr>
          <p:cNvSpPr txBox="1"/>
          <p:nvPr userDrawn="1"/>
        </p:nvSpPr>
        <p:spPr>
          <a:xfrm>
            <a:off x="5938635" y="3168830"/>
            <a:ext cx="5941662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 / Impact Achieved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32843D5-7108-723B-A3EE-63D41962C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854200"/>
            <a:ext cx="4730537" cy="10271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AEE2730D-7C94-8BCF-611F-DA923805F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702830"/>
            <a:ext cx="3977573" cy="15186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A7C4316D-4088-65D1-FBF0-F20F02AD0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3977573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0ECCB68-EDAF-56A8-3081-1F5386F97A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E3A1E24D-EE5B-2630-028C-D26B62257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924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Approach to Solve 1</a:t>
            </a:r>
          </a:p>
          <a:p>
            <a:pPr lvl="0"/>
            <a:r>
              <a:rPr lang="en-US"/>
              <a:t>Approach to Solve 2</a:t>
            </a:r>
          </a:p>
          <a:p>
            <a:pPr lvl="0"/>
            <a:r>
              <a:rPr lang="en-US"/>
              <a:t>Approach to Solve 3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C3C30C1F-BBBB-627C-F44D-DF56D99546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6892"/>
            <a:ext cx="5631537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/ Impact Achieved 1</a:t>
            </a:r>
          </a:p>
          <a:p>
            <a:pPr lvl="0"/>
            <a:r>
              <a:rPr lang="en-US"/>
              <a:t>Metric / Impact Achieved 2</a:t>
            </a:r>
          </a:p>
          <a:p>
            <a:pPr lvl="0"/>
            <a:r>
              <a:rPr lang="en-US"/>
              <a:t>Metric / Impact Achieved 3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E6E75977-0F58-3E78-A846-0173053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C6464819-8F0A-3596-BAFA-FF68929F34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3431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41846A0A-20DE-29CC-BA48-351C52D20F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02984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F85EF648-1B8C-E6A2-2B81-E22A872E24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75363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015A722-8E10-8F7E-3D73-AABDF9DFF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699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1C596808-416B-BCDE-8E64-7585C46922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1754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8364345D-23F4-8B5D-A5A6-1A113987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7331889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80C297-763C-D49B-C9EC-F13221432B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537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_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5225-334E-376D-C4B8-5CA02072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5DB309-9B68-032D-E4E1-C0D27676F075}"/>
              </a:ext>
            </a:extLst>
          </p:cNvPr>
          <p:cNvSpPr/>
          <p:nvPr userDrawn="1"/>
        </p:nvSpPr>
        <p:spPr>
          <a:xfrm>
            <a:off x="4934854" y="3033693"/>
            <a:ext cx="6673566" cy="318156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7FD77D-3041-C82B-6839-816B1B6CDD66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F4B0A1-77E1-AEAE-BC41-CD54F775D5C0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AB5170-C5C4-37EC-DEE6-D33EA3422BF6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ACDE36-51CC-CC62-B73E-EFD4B2228822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  <a:solidFill>
            <a:schemeClr val="tx2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72505FE-699B-A391-EB3D-BA1FEB09EE9D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F9B5896-F065-0C72-23BC-541A68629E86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2F1466-84DF-DD0D-E395-EC0C97085F0B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024D33-2A7C-5736-CCEB-25F71580DF65}"/>
              </a:ext>
            </a:extLst>
          </p:cNvPr>
          <p:cNvSpPr/>
          <p:nvPr userDrawn="1"/>
        </p:nvSpPr>
        <p:spPr>
          <a:xfrm>
            <a:off x="4934854" y="1306383"/>
            <a:ext cx="6673566" cy="156908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A14039-CBBE-F49B-110E-628CA087D8D5}"/>
              </a:ext>
            </a:extLst>
          </p:cNvPr>
          <p:cNvSpPr/>
          <p:nvPr userDrawn="1"/>
        </p:nvSpPr>
        <p:spPr>
          <a:xfrm>
            <a:off x="622852" y="3033695"/>
            <a:ext cx="4147445" cy="3181569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0ACDC86-B800-B031-B450-D7A94B59E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2099" y="5380383"/>
            <a:ext cx="723058" cy="64271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8DBB5E-5629-3877-C058-C882D961DFEF}"/>
              </a:ext>
            </a:extLst>
          </p:cNvPr>
          <p:cNvSpPr/>
          <p:nvPr userDrawn="1"/>
        </p:nvSpPr>
        <p:spPr>
          <a:xfrm>
            <a:off x="618900" y="1306384"/>
            <a:ext cx="4151397" cy="1569334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432D9C1E-3CC8-26F8-571A-3FA2E9C28B17}"/>
              </a:ext>
            </a:extLst>
          </p:cNvPr>
          <p:cNvSpPr/>
          <p:nvPr userDrawn="1"/>
        </p:nvSpPr>
        <p:spPr>
          <a:xfrm>
            <a:off x="623357" y="1306384"/>
            <a:ext cx="4151397" cy="399763"/>
          </a:xfrm>
          <a:prstGeom prst="round2SameRect">
            <a:avLst>
              <a:gd name="adj1" fmla="val 12152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AFDFD-9051-0E83-E1F2-95E0CF42D128}"/>
              </a:ext>
            </a:extLst>
          </p:cNvPr>
          <p:cNvSpPr txBox="1"/>
          <p:nvPr userDrawn="1"/>
        </p:nvSpPr>
        <p:spPr>
          <a:xfrm>
            <a:off x="627229" y="1377185"/>
            <a:ext cx="414306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1E8E71C9-4BE6-D1A0-5788-57A3F8868FCE}"/>
              </a:ext>
            </a:extLst>
          </p:cNvPr>
          <p:cNvSpPr/>
          <p:nvPr userDrawn="1"/>
        </p:nvSpPr>
        <p:spPr>
          <a:xfrm>
            <a:off x="622851" y="3034224"/>
            <a:ext cx="4151397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99963-67EA-08FB-46EB-D4138EE80C04}"/>
              </a:ext>
            </a:extLst>
          </p:cNvPr>
          <p:cNvSpPr txBox="1"/>
          <p:nvPr userDrawn="1"/>
        </p:nvSpPr>
        <p:spPr>
          <a:xfrm>
            <a:off x="587621" y="3103301"/>
            <a:ext cx="4182676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7F18D96B-8558-F3A6-B8A9-95C8AB7D2A95}"/>
              </a:ext>
            </a:extLst>
          </p:cNvPr>
          <p:cNvSpPr/>
          <p:nvPr userDrawn="1"/>
        </p:nvSpPr>
        <p:spPr>
          <a:xfrm>
            <a:off x="4937324" y="1308510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C147FA-300A-C02A-3F8F-BAE807749B37}"/>
              </a:ext>
            </a:extLst>
          </p:cNvPr>
          <p:cNvSpPr txBox="1"/>
          <p:nvPr userDrawn="1"/>
        </p:nvSpPr>
        <p:spPr>
          <a:xfrm>
            <a:off x="4939312" y="1377185"/>
            <a:ext cx="666910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27" name="Round Same Side Corner Rectangle 26">
            <a:extLst>
              <a:ext uri="{FF2B5EF4-FFF2-40B4-BE49-F238E27FC236}">
                <a16:creationId xmlns:a16="http://schemas.microsoft.com/office/drawing/2014/main" id="{0EB58D37-76B0-CC4F-6961-BEE2C3D652D1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AD22B-FA73-6BEA-78BB-1084F3699AF8}"/>
              </a:ext>
            </a:extLst>
          </p:cNvPr>
          <p:cNvSpPr txBox="1"/>
          <p:nvPr userDrawn="1"/>
        </p:nvSpPr>
        <p:spPr>
          <a:xfrm>
            <a:off x="5247599" y="3364911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5DAC6A7D-6E19-E0D7-8028-F90A706EB0FE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C34F57-37DC-8FB0-009A-F481F46A52BE}"/>
              </a:ext>
            </a:extLst>
          </p:cNvPr>
          <p:cNvSpPr txBox="1"/>
          <p:nvPr userDrawn="1"/>
        </p:nvSpPr>
        <p:spPr>
          <a:xfrm>
            <a:off x="7315200" y="3376436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E2E28293-9502-0BF1-ED48-AA10F31EF0BC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3A186-798B-8D22-E95A-A3A4833D2091}"/>
              </a:ext>
            </a:extLst>
          </p:cNvPr>
          <p:cNvSpPr txBox="1"/>
          <p:nvPr userDrawn="1"/>
        </p:nvSpPr>
        <p:spPr>
          <a:xfrm>
            <a:off x="9383825" y="3375834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28853B31-0EDD-D8F2-255E-8E7AE6922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778799"/>
            <a:ext cx="3882044" cy="99264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41C8E5B8-533D-C1F2-D9B9-3C37D421F1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591964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6F9FF863-B258-D006-A46D-64C9E8C295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2848921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C69D9F7-FE7B-A2E3-BB7E-C83A26C61D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2194" y="1779588"/>
            <a:ext cx="6353519" cy="98846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2" name="Text Placeholder 45">
            <a:extLst>
              <a:ext uri="{FF2B5EF4-FFF2-40B4-BE49-F238E27FC236}">
                <a16:creationId xmlns:a16="http://schemas.microsoft.com/office/drawing/2014/main" id="{7A3E4FA5-158B-6AEE-68CD-D401E83AF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F8421DCB-5B1E-8FC5-54B3-C6315D81D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72C633DC-AA26-58DE-E0AB-EF112C9361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6A8375-F6BB-4F97-7C8D-575514EEFA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56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1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4B39EC5C-1529-5E18-6C18-53AFE7A34E1F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1" y="4330521"/>
            <a:ext cx="12192000" cy="1886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41E0184-F804-3A80-D2BE-7EB4466DE203}"/>
              </a:ext>
            </a:extLst>
          </p:cNvPr>
          <p:cNvSpPr/>
          <p:nvPr userDrawn="1"/>
        </p:nvSpPr>
        <p:spPr>
          <a:xfrm>
            <a:off x="0" y="4044393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6DF2F-793C-8622-A47F-5F1DB2637E11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780BDE16-43A3-DE71-7B38-628A3E9F2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8764E3C-F7FE-2FB7-929C-0011DFEE4C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658" y="4237965"/>
            <a:ext cx="4494443" cy="11287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FA83C17-14D9-390C-BDE5-35D27E5C0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659" y="5483323"/>
            <a:ext cx="3277884" cy="2514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DA7D6-CE6F-3824-348B-97704D679378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DA3FEE-9F78-C1D7-6271-7AC8B77EBEFE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FABA401C-AF59-75B4-597A-3D7BA26D52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8820C755-D9E8-7223-E7B8-E8B80928CA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D3261-0C47-8FA7-64A6-16FD903066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697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2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0" y="4327267"/>
            <a:ext cx="12192000" cy="1886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C9A18-CC72-C68A-B108-36A95EEC5A92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D2AB9-361A-91E7-B7FC-45187347596F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1" name="Text Placeholder 45">
            <a:extLst>
              <a:ext uri="{FF2B5EF4-FFF2-40B4-BE49-F238E27FC236}">
                <a16:creationId xmlns:a16="http://schemas.microsoft.com/office/drawing/2014/main" id="{920C8335-7A3B-4991-2A6A-3DC4AD2F17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22" name="Picture 21" descr="A group of people giving each other a high five&#10;&#10;Description automatically generated">
            <a:extLst>
              <a:ext uri="{FF2B5EF4-FFF2-40B4-BE49-F238E27FC236}">
                <a16:creationId xmlns:a16="http://schemas.microsoft.com/office/drawing/2014/main" id="{5B045634-C003-B9E3-5CC5-D0257A643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87"/>
          <a:stretch/>
        </p:blipFill>
        <p:spPr>
          <a:xfrm>
            <a:off x="0" y="4054785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</p:spPr>
      </p:pic>
      <p:sp>
        <p:nvSpPr>
          <p:cNvPr id="23" name="Text Placeholder 45">
            <a:extLst>
              <a:ext uri="{FF2B5EF4-FFF2-40B4-BE49-F238E27FC236}">
                <a16:creationId xmlns:a16="http://schemas.microsoft.com/office/drawing/2014/main" id="{1233F865-FE74-3B1F-F0B1-F6F6EB93E1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0E11E0FD-4F57-035D-41A8-CE8E0C711407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9A2566-A9E3-267D-BC9D-676ADF2BAB34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95B98870-8664-F6C5-F1FC-29A1675F62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5F8E2D-AECE-7B3F-CDDF-6B3F40787D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23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mpion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C30820-651C-7BA3-A3B3-A9E38023C7A8}"/>
              </a:ext>
            </a:extLst>
          </p:cNvPr>
          <p:cNvSpPr/>
          <p:nvPr userDrawn="1"/>
        </p:nvSpPr>
        <p:spPr>
          <a:xfrm>
            <a:off x="4934854" y="3049133"/>
            <a:ext cx="6673566" cy="316612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D946BE-9F9F-1845-BA4F-3BB7588F5108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64F8BF-7F5F-F42A-19C1-D8757EAB9EC4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D4A314-ADA5-36DE-B279-C180F30E2820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C4BA87-9A4A-CFEC-1691-59238A61FC48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  <a:solidFill>
            <a:schemeClr val="tx2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68FF654-CF95-0914-2889-FE5FE5295F33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DA8977-4CEB-DB06-25CF-BED585157E21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7AC413-DE69-EEF3-4159-B0298AAA38FC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18366B-3931-C4F6-2491-FC28922F6437}"/>
              </a:ext>
            </a:extLst>
          </p:cNvPr>
          <p:cNvSpPr/>
          <p:nvPr userDrawn="1"/>
        </p:nvSpPr>
        <p:spPr>
          <a:xfrm>
            <a:off x="4934854" y="1230502"/>
            <a:ext cx="6673566" cy="1626469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B84DB1-F24D-7496-3F98-4009B6A7E428}"/>
              </a:ext>
            </a:extLst>
          </p:cNvPr>
          <p:cNvSpPr/>
          <p:nvPr userDrawn="1"/>
        </p:nvSpPr>
        <p:spPr>
          <a:xfrm>
            <a:off x="622852" y="1399571"/>
            <a:ext cx="4147445" cy="4815692"/>
          </a:xfrm>
          <a:prstGeom prst="roundRect">
            <a:avLst>
              <a:gd name="adj" fmla="val 205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FFDF4AFD-D07B-561A-AA16-CED0010891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2330" y="1783885"/>
            <a:ext cx="723058" cy="642718"/>
          </a:xfrm>
          <a:prstGeom prst="rect">
            <a:avLst/>
          </a:prstGeom>
        </p:spPr>
      </p:pic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0BF06BF8-E29D-F2BD-67A7-3DB58B1DFEA7}"/>
              </a:ext>
            </a:extLst>
          </p:cNvPr>
          <p:cNvSpPr/>
          <p:nvPr userDrawn="1"/>
        </p:nvSpPr>
        <p:spPr>
          <a:xfrm>
            <a:off x="622851" y="1230502"/>
            <a:ext cx="4151397" cy="401890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766AC-A36C-15D8-1925-503153BEEC73}"/>
              </a:ext>
            </a:extLst>
          </p:cNvPr>
          <p:cNvSpPr txBox="1"/>
          <p:nvPr userDrawn="1"/>
        </p:nvSpPr>
        <p:spPr>
          <a:xfrm>
            <a:off x="605236" y="1278221"/>
            <a:ext cx="4182676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Champion Information</a:t>
            </a:r>
          </a:p>
        </p:txBody>
      </p:sp>
      <p:sp>
        <p:nvSpPr>
          <p:cNvPr id="38" name="Round Same Side Corner Rectangle 37">
            <a:extLst>
              <a:ext uri="{FF2B5EF4-FFF2-40B4-BE49-F238E27FC236}">
                <a16:creationId xmlns:a16="http://schemas.microsoft.com/office/drawing/2014/main" id="{98EB5FFF-0C05-BBEF-B2D7-48C64F87B998}"/>
              </a:ext>
            </a:extLst>
          </p:cNvPr>
          <p:cNvSpPr/>
          <p:nvPr userDrawn="1"/>
        </p:nvSpPr>
        <p:spPr>
          <a:xfrm>
            <a:off x="4937324" y="1232629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93F5A-3845-6DF7-3E15-AC4393A323E3}"/>
              </a:ext>
            </a:extLst>
          </p:cNvPr>
          <p:cNvSpPr txBox="1"/>
          <p:nvPr userDrawn="1"/>
        </p:nvSpPr>
        <p:spPr>
          <a:xfrm>
            <a:off x="4939312" y="1278221"/>
            <a:ext cx="666910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Testimonial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41" name="Round Same Side Corner Rectangle 40">
            <a:extLst>
              <a:ext uri="{FF2B5EF4-FFF2-40B4-BE49-F238E27FC236}">
                <a16:creationId xmlns:a16="http://schemas.microsoft.com/office/drawing/2014/main" id="{6BDF03E5-17E2-9166-9E9B-B0D67447D879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DA34B-13C8-4BD2-81C7-5799DEB897FD}"/>
              </a:ext>
            </a:extLst>
          </p:cNvPr>
          <p:cNvSpPr txBox="1"/>
          <p:nvPr userDrawn="1"/>
        </p:nvSpPr>
        <p:spPr>
          <a:xfrm>
            <a:off x="5247599" y="3357217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Challenge</a:t>
            </a:r>
          </a:p>
        </p:txBody>
      </p:sp>
      <p:sp>
        <p:nvSpPr>
          <p:cNvPr id="43" name="Round Same Side Corner Rectangle 42">
            <a:extLst>
              <a:ext uri="{FF2B5EF4-FFF2-40B4-BE49-F238E27FC236}">
                <a16:creationId xmlns:a16="http://schemas.microsoft.com/office/drawing/2014/main" id="{F64B1CCE-B1FB-1571-5DA4-7D833413E117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611841-F2C1-5CD8-763F-437A47ADF6FA}"/>
              </a:ext>
            </a:extLst>
          </p:cNvPr>
          <p:cNvSpPr txBox="1"/>
          <p:nvPr userDrawn="1"/>
        </p:nvSpPr>
        <p:spPr>
          <a:xfrm>
            <a:off x="7315200" y="3368742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7" name="Round Same Side Corner Rectangle 46">
            <a:extLst>
              <a:ext uri="{FF2B5EF4-FFF2-40B4-BE49-F238E27FC236}">
                <a16:creationId xmlns:a16="http://schemas.microsoft.com/office/drawing/2014/main" id="{6492E617-055B-788C-2240-D167ADB42494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2C0C6A-691D-E5E8-4745-5E59E6DA0491}"/>
              </a:ext>
            </a:extLst>
          </p:cNvPr>
          <p:cNvSpPr txBox="1"/>
          <p:nvPr userDrawn="1"/>
        </p:nvSpPr>
        <p:spPr>
          <a:xfrm>
            <a:off x="9383825" y="3368140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82D99856-AB02-8D15-5FD1-F2FC9970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38D0593F-0DE1-D765-F90D-F894AE3555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0266" y="1786359"/>
            <a:ext cx="5260242" cy="5405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54" name="Text Placeholder 38">
            <a:extLst>
              <a:ext uri="{FF2B5EF4-FFF2-40B4-BE49-F238E27FC236}">
                <a16:creationId xmlns:a16="http://schemas.microsoft.com/office/drawing/2014/main" id="{02E8A55F-FCAA-2CD7-CB93-6412900340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0266" y="2436098"/>
            <a:ext cx="5260242" cy="290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FFAD9EA6-50BF-AEA7-331A-F7325653FF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16987DBD-F2CF-2EF9-A22B-4BC2EEB02A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59" name="Text Placeholder 45">
            <a:extLst>
              <a:ext uri="{FF2B5EF4-FFF2-40B4-BE49-F238E27FC236}">
                <a16:creationId xmlns:a16="http://schemas.microsoft.com/office/drawing/2014/main" id="{406CC546-2CD4-DA9D-E46D-5DAE04F0C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sp>
        <p:nvSpPr>
          <p:cNvPr id="60" name="Text Placeholder 38">
            <a:extLst>
              <a:ext uri="{FF2B5EF4-FFF2-40B4-BE49-F238E27FC236}">
                <a16:creationId xmlns:a16="http://schemas.microsoft.com/office/drawing/2014/main" id="{4EB4D149-B06B-610C-D6CE-98C6D11550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9249" y="3828916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Champion Information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186B511E-D19B-85A4-58C1-CE589484B15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249" y="1784350"/>
            <a:ext cx="1735137" cy="1817688"/>
          </a:xfrm>
          <a:solidFill>
            <a:schemeClr val="bg2">
              <a:lumMod val="50000"/>
            </a:schemeClr>
          </a:solidFill>
        </p:spPr>
        <p:txBody>
          <a:bodyPr tIns="182880" anchor="t" anchorCtr="0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Headshot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B6E9B1D-5F42-2A6B-B093-10FF7681EF7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988" y="6489389"/>
            <a:ext cx="1591023" cy="1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284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0850" y="3955261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DF393-13A2-29EE-764F-17874091D5E5}"/>
              </a:ext>
            </a:extLst>
          </p:cNvPr>
          <p:cNvSpPr txBox="1"/>
          <p:nvPr userDrawn="1"/>
        </p:nvSpPr>
        <p:spPr>
          <a:xfrm>
            <a:off x="450850" y="3050435"/>
            <a:ext cx="9376675" cy="757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800" b="1">
                <a:solidFill>
                  <a:srgbClr val="3F434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BA54CE2-D3A6-D7A3-F191-231E70AD36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38D56-C880-0B46-1377-64CF56B446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3384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768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157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300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760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87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820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4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6657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7241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2750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0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E36F7-AF31-2BE3-A46F-A457761A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11073161" cy="468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288E15-7710-0D4F-EB61-F06B32BE9457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pPr/>
              <a:t>‹#›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BFE68-DB35-EE3E-2B01-9447377F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259" y="1239253"/>
            <a:ext cx="11073161" cy="4937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10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777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3F434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4625" indent="-174625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32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18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8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04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890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2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E36F7-AF31-2BE3-A46F-A457761A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11073161" cy="468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288E15-7710-0D4F-EB61-F06B32BE9457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pPr/>
              <a:t>‹#›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BFE68-DB35-EE3E-2B01-9447377F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259" y="1239253"/>
            <a:ext cx="11073161" cy="4937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968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3F434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4625" indent="-174625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32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18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8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04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890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2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2D0F18-3D9A-D01A-A5C1-4FE7666D3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869659"/>
            <a:ext cx="4754880" cy="2658761"/>
          </a:xfrm>
          <a:ln w="28575">
            <a:solidFill>
              <a:schemeClr val="accent1"/>
            </a:solidFill>
          </a:ln>
        </p:spPr>
        <p:txBody>
          <a:bodyPr vert="horz" lIns="91440" tIns="91440" rIns="91440" bIns="45720" rtlCol="0" anchor="t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dirty="0">
                <a:solidFill>
                  <a:srgbClr val="767171"/>
                </a:solidFill>
                <a:latin typeface="Inter Light" panose="02000403000000020004"/>
              </a:rPr>
              <a:t>Requisition to PO approval times are efficient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dirty="0">
                <a:solidFill>
                  <a:srgbClr val="767171"/>
                </a:solidFill>
                <a:latin typeface="Inter Light" panose="02000403000000020004"/>
              </a:rPr>
              <a:t>Overall adoption is average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dirty="0">
                <a:solidFill>
                  <a:srgbClr val="767171"/>
                </a:solidFill>
                <a:latin typeface="Inter Light" panose="02000403000000020004"/>
              </a:rPr>
              <a:t>Events are being awarded in the system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defRPr/>
            </a:pPr>
            <a:endParaRPr lang="en-US" sz="1600" b="0" dirty="0">
              <a:solidFill>
                <a:srgbClr val="3F434F"/>
              </a:solidFill>
              <a:latin typeface="+mj-lt"/>
              <a:ea typeface="Inter" panose="02000803000000020004" pitchFamily="50" charset="0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defRPr/>
            </a:pPr>
            <a:endParaRPr lang="en-US" sz="1600" b="0" dirty="0">
              <a:solidFill>
                <a:srgbClr val="3F434F"/>
              </a:solidFill>
              <a:latin typeface="+mj-lt"/>
              <a:ea typeface="Inter" panose="02000803000000020004" pitchFamily="50" charset="0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+mj-lt"/>
              <a:ea typeface="Inter" panose="02000803000000020004" pitchFamily="50" charset="0"/>
              <a:cs typeface="Inter" panose="02000803000000020004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631855-0F54-1476-D69C-C72AA29F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731005"/>
            <a:ext cx="4284434" cy="511646"/>
          </a:xfrm>
        </p:spPr>
        <p:txBody>
          <a:bodyPr/>
          <a:lstStyle/>
          <a:p>
            <a:r>
              <a:rPr lang="en-US" sz="3200" dirty="0"/>
              <a:t>Executive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B8FFE6-4986-8B83-4649-655B4774E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297582"/>
            <a:ext cx="4754880" cy="556595"/>
          </a:xfrm>
        </p:spPr>
        <p:txBody>
          <a:bodyPr/>
          <a:lstStyle/>
          <a:p>
            <a:r>
              <a:rPr lang="en-US" sz="2000" dirty="0"/>
              <a:t>What’s working: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9375E-7CD4-0376-6337-A0229F131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73936" y="2297581"/>
            <a:ext cx="4754880" cy="556595"/>
          </a:xfrm>
        </p:spPr>
        <p:txBody>
          <a:bodyPr/>
          <a:lstStyle/>
          <a:p>
            <a:r>
              <a:rPr lang="en-US" sz="2000" dirty="0"/>
              <a:t>Improvement Opportunities: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FD35658-2EA1-7635-86BF-4BA8325F3DC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73936" y="2869658"/>
            <a:ext cx="4754880" cy="2658763"/>
          </a:xfrm>
          <a:ln w="28575">
            <a:solidFill>
              <a:schemeClr val="accent1"/>
            </a:solidFill>
          </a:ln>
        </p:spPr>
        <p:txBody>
          <a:bodyPr vert="horz" lIns="91440" tIns="91440" rIns="91440" bIns="45720" rtlCol="0" anchor="t">
            <a:noAutofit/>
          </a:bodyPr>
          <a:lstStyle/>
          <a:p>
            <a:r>
              <a:rPr lang="en-US" sz="1400" b="0" dirty="0">
                <a:solidFill>
                  <a:srgbClr val="767171"/>
                </a:solidFill>
                <a:latin typeface="Inter Light" panose="02000403000000020004"/>
              </a:rPr>
              <a:t>Utilize RFx templates or creation from existing events to gain significant time savings, consistency and compliance.</a:t>
            </a:r>
          </a:p>
          <a:p>
            <a:r>
              <a:rPr lang="en-GB" sz="1400" b="0" i="0" u="none" strike="noStrike" dirty="0">
                <a:solidFill>
                  <a:srgbClr val="767171"/>
                </a:solidFill>
                <a:effectLst/>
                <a:latin typeface="Inter Light" panose="02000403000000020004"/>
              </a:rPr>
              <a:t>Competitive procurement process &amp; a good supplier engagement</a:t>
            </a:r>
            <a:r>
              <a:rPr lang="en-US" sz="1400" b="0" i="0" dirty="0">
                <a:solidFill>
                  <a:srgbClr val="767171"/>
                </a:solidFill>
                <a:effectLst/>
                <a:latin typeface="Inter Light" panose="02000403000000020004"/>
              </a:rPr>
              <a:t>​ </a:t>
            </a:r>
            <a:endParaRPr lang="en-US" sz="1400" b="0" dirty="0">
              <a:solidFill>
                <a:srgbClr val="3F434F"/>
              </a:solidFill>
            </a:endParaRPr>
          </a:p>
          <a:p>
            <a:r>
              <a:rPr lang="en-US" sz="1400" b="0" dirty="0">
                <a:solidFill>
                  <a:srgbClr val="767171"/>
                </a:solidFill>
                <a:latin typeface="Inter Light" panose="02000403000000020004"/>
              </a:rPr>
              <a:t>Look for ways to award more sourcing events to facilitate automation and compliance </a:t>
            </a:r>
          </a:p>
          <a:p>
            <a:r>
              <a:rPr lang="en-GB" sz="1400" b="0" i="0" dirty="0">
                <a:solidFill>
                  <a:srgbClr val="767171"/>
                </a:solidFill>
                <a:effectLst/>
                <a:latin typeface="Inter Light" panose="02000403000000020004"/>
              </a:rPr>
              <a:t>Enrich Supplier 360 with additional information (e.g. 3</a:t>
            </a:r>
            <a:r>
              <a:rPr lang="en-GB" sz="1400" b="0" i="0" baseline="30000" dirty="0">
                <a:solidFill>
                  <a:srgbClr val="767171"/>
                </a:solidFill>
                <a:effectLst/>
                <a:latin typeface="Inter Light" panose="02000403000000020004"/>
              </a:rPr>
              <a:t>rd</a:t>
            </a:r>
            <a:r>
              <a:rPr lang="en-GB" sz="1400" b="0" i="0" dirty="0">
                <a:solidFill>
                  <a:srgbClr val="767171"/>
                </a:solidFill>
                <a:effectLst/>
                <a:latin typeface="Inter Light" panose="02000403000000020004"/>
              </a:rPr>
              <a:t> party data)</a:t>
            </a:r>
          </a:p>
          <a:p>
            <a:r>
              <a:rPr lang="en-GB" sz="1400" b="0" dirty="0">
                <a:solidFill>
                  <a:srgbClr val="767171"/>
                </a:solidFill>
                <a:latin typeface="Inter Light" panose="02000403000000020004"/>
              </a:rPr>
              <a:t>Opportunity to increase on-contract spend</a:t>
            </a:r>
            <a:endParaRPr lang="en-US" sz="1400" b="0" i="0" dirty="0">
              <a:solidFill>
                <a:srgbClr val="3F43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1867C-A802-A4D5-C912-446111F0D2BA}"/>
              </a:ext>
            </a:extLst>
          </p:cNvPr>
          <p:cNvSpPr txBox="1"/>
          <p:nvPr/>
        </p:nvSpPr>
        <p:spPr>
          <a:xfrm>
            <a:off x="5240156" y="899399"/>
            <a:ext cx="1301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Products in Scope: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A132C-391F-BE87-038E-00506A783007}"/>
              </a:ext>
            </a:extLst>
          </p:cNvPr>
          <p:cNvSpPr/>
          <p:nvPr/>
        </p:nvSpPr>
        <p:spPr>
          <a:xfrm>
            <a:off x="5118913" y="731005"/>
            <a:ext cx="4286752" cy="1332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C31B4C6-4C0D-B1B4-A5A7-C44F6DD06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4988" y="1254454"/>
            <a:ext cx="4749699" cy="5138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/>
              <a:t>Grünenthal Pharma GmbH &amp; Co. KG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60EAC135-AC99-A504-0DD6-766509D69B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55439" y="899399"/>
            <a:ext cx="565628" cy="515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000C96-02C9-7A1A-DDBD-2F07D6F4B1EA}"/>
              </a:ext>
            </a:extLst>
          </p:cNvPr>
          <p:cNvSpPr txBox="1"/>
          <p:nvPr/>
        </p:nvSpPr>
        <p:spPr>
          <a:xfrm>
            <a:off x="6541888" y="1556399"/>
            <a:ext cx="592730" cy="338747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Sourcing+</a:t>
            </a:r>
          </a:p>
        </p:txBody>
      </p:sp>
      <p:pic>
        <p:nvPicPr>
          <p:cNvPr id="19" name="Picture 11">
            <a:extLst>
              <a:ext uri="{FF2B5EF4-FFF2-40B4-BE49-F238E27FC236}">
                <a16:creationId xmlns:a16="http://schemas.microsoft.com/office/drawing/2014/main" id="{77503527-94C0-4BD5-5221-88BA847304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309265" y="918102"/>
            <a:ext cx="559909" cy="5101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8879E55-FC3F-8E1B-2B1D-9F74286372CD}"/>
              </a:ext>
            </a:extLst>
          </p:cNvPr>
          <p:cNvSpPr txBox="1"/>
          <p:nvPr/>
        </p:nvSpPr>
        <p:spPr>
          <a:xfrm>
            <a:off x="8123133" y="1556399"/>
            <a:ext cx="922315" cy="352672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Supplier </a:t>
            </a:r>
            <a:br>
              <a:rPr lang="en-US" sz="90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</a:br>
            <a:r>
              <a:rPr lang="en-US" sz="90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Management+</a:t>
            </a:r>
            <a:endParaRPr lang="en-US" sz="900" dirty="0">
              <a:solidFill>
                <a:schemeClr val="bg1"/>
              </a:solidFill>
              <a:latin typeface="Arial" panose="020B0604020202020204" pitchFamily="34" charset="0"/>
              <a:ea typeface="Inter Light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B88E70-11E3-31B1-1D0C-93B51EF2A9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723" y="5817362"/>
            <a:ext cx="8848725" cy="419100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43ABFCFC-B4FB-ABD7-3F2C-2E1244BC406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344293" y="831088"/>
            <a:ext cx="565627" cy="5077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C6FB42-39BC-4ED3-826F-F1CFBEFCE96D}"/>
              </a:ext>
            </a:extLst>
          </p:cNvPr>
          <p:cNvSpPr txBox="1"/>
          <p:nvPr/>
        </p:nvSpPr>
        <p:spPr>
          <a:xfrm>
            <a:off x="7235716" y="1554374"/>
            <a:ext cx="782782" cy="338747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Procurement</a:t>
            </a:r>
          </a:p>
        </p:txBody>
      </p:sp>
    </p:spTree>
    <p:extLst>
      <p:ext uri="{BB962C8B-B14F-4D97-AF65-F5344CB8AC3E}">
        <p14:creationId xmlns:p14="http://schemas.microsoft.com/office/powerpoint/2010/main" val="173580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eProcurement">
            <a:extLst>
              <a:ext uri="{FF2B5EF4-FFF2-40B4-BE49-F238E27FC236}">
                <a16:creationId xmlns:a16="http://schemas.microsoft.com/office/drawing/2014/main" id="{4CCECC2E-9C2E-409C-A59C-C417DF59D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A1AAA7-C62E-2640-4FBA-45F52560C037}"/>
              </a:ext>
            </a:extLst>
          </p:cNvPr>
          <p:cNvSpPr txBox="1"/>
          <p:nvPr/>
        </p:nvSpPr>
        <p:spPr>
          <a:xfrm>
            <a:off x="6610350" y="4467136"/>
            <a:ext cx="52768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</a:rPr>
              <a:t>1.7 days average cycle time is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</a:rPr>
              <a:t>18.6k PO count is less (-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</a:rPr>
              <a:t>64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</a:rPr>
              <a:t>%) than industry average in same region (52k)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</a:rPr>
              <a:t>2.2 % total spend on-contract should improve. Industry average in same region 7%</a:t>
            </a:r>
          </a:p>
        </p:txBody>
      </p:sp>
    </p:spTree>
    <p:extLst>
      <p:ext uri="{BB962C8B-B14F-4D97-AF65-F5344CB8AC3E}">
        <p14:creationId xmlns:p14="http://schemas.microsoft.com/office/powerpoint/2010/main" val="20253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3013B941-6874-C224-1BC9-FED4C59806D7}"/>
              </a:ext>
            </a:extLst>
          </p:cNvPr>
          <p:cNvSpPr txBox="1">
            <a:spLocks/>
          </p:cNvSpPr>
          <p:nvPr/>
        </p:nvSpPr>
        <p:spPr>
          <a:xfrm>
            <a:off x="362955" y="436079"/>
            <a:ext cx="2330929" cy="29938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050" dirty="0">
                <a:latin typeface="Inter Light"/>
                <a:ea typeface="Inter Light" panose="02000403000000020004" pitchFamily="50" charset="0"/>
                <a:cs typeface="Inter Light" panose="02000403000000020004" pitchFamily="50" charset="0"/>
              </a:rPr>
              <a:t>January 2022 – December 2024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E11DF-2A73-CE3A-A0E9-CC501BE06191}"/>
              </a:ext>
            </a:extLst>
          </p:cNvPr>
          <p:cNvSpPr/>
          <p:nvPr/>
        </p:nvSpPr>
        <p:spPr>
          <a:xfrm>
            <a:off x="827947" y="735466"/>
            <a:ext cx="8490982" cy="12803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How are users creating RFX?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1CE4E-2095-2B33-5F20-8A64BE45A9F1}"/>
              </a:ext>
            </a:extLst>
          </p:cNvPr>
          <p:cNvSpPr txBox="1"/>
          <p:nvPr/>
        </p:nvSpPr>
        <p:spPr>
          <a:xfrm>
            <a:off x="7098893" y="1091382"/>
            <a:ext cx="20950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+37% </a:t>
            </a:r>
            <a:r>
              <a:rPr lang="en-GB" sz="1000" dirty="0">
                <a:solidFill>
                  <a:schemeClr val="tx2"/>
                </a:solidFill>
              </a:rPr>
              <a:t>of events created from template or RFx</a:t>
            </a:r>
          </a:p>
          <a:p>
            <a:pPr algn="ctr"/>
            <a:r>
              <a:rPr lang="en-GB" sz="700" dirty="0">
                <a:solidFill>
                  <a:schemeClr val="tx2"/>
                </a:solidFill>
              </a:rPr>
              <a:t>between 2023 &amp; 2024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FB1F6E-3268-2471-8231-63073CE05319}"/>
              </a:ext>
            </a:extLst>
          </p:cNvPr>
          <p:cNvSpPr/>
          <p:nvPr/>
        </p:nvSpPr>
        <p:spPr>
          <a:xfrm>
            <a:off x="827947" y="2002017"/>
            <a:ext cx="5702503" cy="206495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Focus on Request for Quotation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6BE45E-DDD2-C8B9-2051-1BC44F71B16B}"/>
              </a:ext>
            </a:extLst>
          </p:cNvPr>
          <p:cNvSpPr/>
          <p:nvPr/>
        </p:nvSpPr>
        <p:spPr>
          <a:xfrm>
            <a:off x="827947" y="4066975"/>
            <a:ext cx="5702503" cy="215053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Invited vs Bidders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BBDA12-4533-5B10-2F2B-4BD47A022C60}"/>
              </a:ext>
            </a:extLst>
          </p:cNvPr>
          <p:cNvSpPr txBox="1"/>
          <p:nvPr/>
        </p:nvSpPr>
        <p:spPr>
          <a:xfrm>
            <a:off x="7351934" y="2099563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Observations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11E614-DBE8-0368-C0E0-308500C88492}"/>
              </a:ext>
            </a:extLst>
          </p:cNvPr>
          <p:cNvSpPr txBox="1"/>
          <p:nvPr/>
        </p:nvSpPr>
        <p:spPr>
          <a:xfrm>
            <a:off x="7481868" y="2441467"/>
            <a:ext cx="3724926" cy="1300997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 average ~ 42% events with only one supplier</a:t>
            </a:r>
          </a:p>
          <a:p>
            <a:pPr marL="271463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 average 2-3 invited suppliers per event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Standard participations rate: 68% supplier bidders</a:t>
            </a:r>
          </a:p>
          <a:p>
            <a:pPr marL="271463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Number of awarded events in the system ~50%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C31E9A6C-6B66-C7B4-4410-BC7A262CEAFC}"/>
              </a:ext>
            </a:extLst>
          </p:cNvPr>
          <p:cNvSpPr txBox="1">
            <a:spLocks/>
          </p:cNvSpPr>
          <p:nvPr/>
        </p:nvSpPr>
        <p:spPr>
          <a:xfrm>
            <a:off x="362955" y="87721"/>
            <a:ext cx="5282471" cy="4522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8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Solution Assessment - Sourcing+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EED88-44A5-E7B3-1C0A-AE3EBB6E0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004190" y="522035"/>
            <a:ext cx="3854365" cy="1801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EBD9B-D85D-8E51-A4C2-A86FEB016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453" y="771076"/>
            <a:ext cx="2142243" cy="1209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157611-D4E7-C162-E7C9-514571EC8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660" y="6085125"/>
            <a:ext cx="4847304" cy="1623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7365AB-0FED-7B2A-B90D-69693BC01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9" y="2301630"/>
            <a:ext cx="3724927" cy="15447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DC843C-F2FD-B38D-E79B-A3F771176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9" y="3908629"/>
            <a:ext cx="2578053" cy="158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98A380-AF6C-3741-E1C2-19EA3EC97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799" y="4281372"/>
            <a:ext cx="2631566" cy="168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7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4372-C90C-813B-7EFD-8671038C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D88D99BD-CC7F-7EB5-39BA-E67D3DADF48F}"/>
              </a:ext>
            </a:extLst>
          </p:cNvPr>
          <p:cNvSpPr txBox="1">
            <a:spLocks/>
          </p:cNvSpPr>
          <p:nvPr/>
        </p:nvSpPr>
        <p:spPr>
          <a:xfrm>
            <a:off x="362955" y="436079"/>
            <a:ext cx="2330929" cy="29938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050" dirty="0">
                <a:latin typeface="Inter Light"/>
                <a:ea typeface="Inter Light" panose="02000403000000020004" pitchFamily="50" charset="0"/>
                <a:cs typeface="Inter Light" panose="02000403000000020004" pitchFamily="50" charset="0"/>
              </a:rPr>
              <a:t>January 2022 – December 2024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BA37BA-0878-F41A-E8DC-F993D948CF00}"/>
              </a:ext>
            </a:extLst>
          </p:cNvPr>
          <p:cNvSpPr/>
          <p:nvPr/>
        </p:nvSpPr>
        <p:spPr>
          <a:xfrm>
            <a:off x="827947" y="1292888"/>
            <a:ext cx="5702503" cy="206495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Envelope Types by Percentage </a:t>
            </a:r>
          </a:p>
          <a:p>
            <a:endParaRPr lang="en-GB" sz="105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035C6F-107C-3822-CA1E-0DDE2D334F8A}"/>
              </a:ext>
            </a:extLst>
          </p:cNvPr>
          <p:cNvSpPr/>
          <p:nvPr/>
        </p:nvSpPr>
        <p:spPr>
          <a:xfrm>
            <a:off x="827947" y="3357846"/>
            <a:ext cx="5702503" cy="215053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Envelope Questions </a:t>
            </a:r>
            <a:r>
              <a:rPr lang="en-GB" sz="1050" dirty="0" err="1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Avg</a:t>
            </a:r>
            <a:endParaRPr lang="en-GB" sz="105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826213-4A36-C8B2-7A94-7A1F666FA19C}"/>
              </a:ext>
            </a:extLst>
          </p:cNvPr>
          <p:cNvSpPr txBox="1"/>
          <p:nvPr/>
        </p:nvSpPr>
        <p:spPr>
          <a:xfrm>
            <a:off x="7351934" y="2099563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Observations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113BE-23D5-820B-BC71-1C64D1EBF844}"/>
              </a:ext>
            </a:extLst>
          </p:cNvPr>
          <p:cNvSpPr txBox="1"/>
          <p:nvPr/>
        </p:nvSpPr>
        <p:spPr>
          <a:xfrm>
            <a:off x="7481868" y="2441467"/>
            <a:ext cx="3724926" cy="691600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Number of questions per envelope very low</a:t>
            </a:r>
          </a:p>
          <a:p>
            <a:pPr marL="100013">
              <a:lnSpc>
                <a:spcPct val="110000"/>
              </a:lnSpc>
              <a:spcBef>
                <a:spcPts val="0"/>
              </a:spcBef>
            </a:pPr>
            <a:endParaRPr lang="en-GB" sz="12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DB585F4C-220D-E09A-28F6-23CBAA94DA59}"/>
              </a:ext>
            </a:extLst>
          </p:cNvPr>
          <p:cNvSpPr txBox="1">
            <a:spLocks/>
          </p:cNvSpPr>
          <p:nvPr/>
        </p:nvSpPr>
        <p:spPr>
          <a:xfrm>
            <a:off x="362955" y="87721"/>
            <a:ext cx="5282471" cy="4522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8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Solution Assessment - Sourcing+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C572FC-2D61-70FE-5A5D-0565AD793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80" y="1612424"/>
            <a:ext cx="4626067" cy="1651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3EE656-A499-8E9D-BF09-9B265AF6F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593" y="3506313"/>
            <a:ext cx="3077044" cy="200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3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39AE22DB-AC12-81C6-A359-76CB6A263F8A}"/>
              </a:ext>
            </a:extLst>
          </p:cNvPr>
          <p:cNvSpPr txBox="1">
            <a:spLocks/>
          </p:cNvSpPr>
          <p:nvPr/>
        </p:nvSpPr>
        <p:spPr>
          <a:xfrm>
            <a:off x="362955" y="87721"/>
            <a:ext cx="6815085" cy="4522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8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Solution Assessment – Supplier Management+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CEDA065F-F318-B50E-D83F-14B6B0FEA929}"/>
              </a:ext>
            </a:extLst>
          </p:cNvPr>
          <p:cNvSpPr txBox="1">
            <a:spLocks/>
          </p:cNvSpPr>
          <p:nvPr/>
        </p:nvSpPr>
        <p:spPr>
          <a:xfrm>
            <a:off x="362955" y="436079"/>
            <a:ext cx="2330929" cy="29938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050" dirty="0">
                <a:latin typeface="Inter Light"/>
                <a:ea typeface="Inter Light" panose="02000403000000020004" pitchFamily="50" charset="0"/>
                <a:cs typeface="Inter Light" panose="02000403000000020004" pitchFamily="50" charset="0"/>
              </a:rPr>
              <a:t>January 2021 – June 2023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1AA92B-50C1-AECB-2FC1-DFD40E942460}"/>
              </a:ext>
            </a:extLst>
          </p:cNvPr>
          <p:cNvSpPr txBox="1"/>
          <p:nvPr/>
        </p:nvSpPr>
        <p:spPr>
          <a:xfrm>
            <a:off x="8960252" y="2257386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Observations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861268-C344-3C1A-EACF-14F274D28612}"/>
              </a:ext>
            </a:extLst>
          </p:cNvPr>
          <p:cNvSpPr txBox="1"/>
          <p:nvPr/>
        </p:nvSpPr>
        <p:spPr>
          <a:xfrm>
            <a:off x="9011063" y="2610717"/>
            <a:ext cx="2983967" cy="894732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71463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113k active suppliers</a:t>
            </a:r>
          </a:p>
          <a:p>
            <a:pPr marL="271463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Number of qualified and classified suppliers low</a:t>
            </a:r>
          </a:p>
          <a:p>
            <a:pPr marL="271463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AF99FB46-6FDF-2C1A-94A6-2EBD531F9B28}"/>
              </a:ext>
            </a:extLst>
          </p:cNvPr>
          <p:cNvSpPr/>
          <p:nvPr/>
        </p:nvSpPr>
        <p:spPr>
          <a:xfrm>
            <a:off x="5764448" y="1109646"/>
            <a:ext cx="2827183" cy="398009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Suppliers with at least 1 category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A0773E-F917-2B18-8154-D4C933462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323" y="1595578"/>
            <a:ext cx="2771024" cy="3320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EF6D5-DF67-6600-5D2B-E825F4061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55" y="4013264"/>
            <a:ext cx="5201376" cy="2152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1A48E3-C99A-F390-8CAC-EE0B692B7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55" y="888340"/>
            <a:ext cx="3282890" cy="286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1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9C8914E-F299-F054-B541-5EDC944E1D8F}"/>
              </a:ext>
            </a:extLst>
          </p:cNvPr>
          <p:cNvSpPr txBox="1">
            <a:spLocks/>
          </p:cNvSpPr>
          <p:nvPr/>
        </p:nvSpPr>
        <p:spPr>
          <a:xfrm>
            <a:off x="362955" y="87721"/>
            <a:ext cx="6815085" cy="4522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8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Solution Assessment – Users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AA2C1AF-DDB8-39A8-8FFD-6C50AA1FC664}"/>
              </a:ext>
            </a:extLst>
          </p:cNvPr>
          <p:cNvSpPr txBox="1">
            <a:spLocks/>
          </p:cNvSpPr>
          <p:nvPr/>
        </p:nvSpPr>
        <p:spPr>
          <a:xfrm>
            <a:off x="362955" y="436079"/>
            <a:ext cx="2330929" cy="29938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sz="1050" dirty="0">
                <a:latin typeface="Inter Light"/>
                <a:ea typeface="Inter Light" panose="02000403000000020004" pitchFamily="50" charset="0"/>
                <a:cs typeface="Inter Light" panose="02000403000000020004" pitchFamily="50" charset="0"/>
              </a:rPr>
              <a:t>January 2021 – January 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E2B93-4C61-BAD7-5388-7F98D4A3F53A}"/>
              </a:ext>
            </a:extLst>
          </p:cNvPr>
          <p:cNvSpPr txBox="1"/>
          <p:nvPr/>
        </p:nvSpPr>
        <p:spPr>
          <a:xfrm>
            <a:off x="5000172" y="3781331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F434F"/>
                </a:solidFill>
                <a:effectLst/>
                <a:uLnTx/>
                <a:uFillTx/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Observations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3F434F"/>
              </a:solidFill>
              <a:effectLst/>
              <a:uLnTx/>
              <a:uFillTx/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3F8F7-6F60-EB05-5655-CA385C9671B3}"/>
              </a:ext>
            </a:extLst>
          </p:cNvPr>
          <p:cNvSpPr txBox="1"/>
          <p:nvPr/>
        </p:nvSpPr>
        <p:spPr>
          <a:xfrm>
            <a:off x="5114165" y="4119885"/>
            <a:ext cx="2983967" cy="691600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Unique user logins have trended upwards since 2022</a:t>
            </a:r>
          </a:p>
          <a:p>
            <a:pPr marL="100013">
              <a:lnSpc>
                <a:spcPct val="110000"/>
              </a:lnSpc>
              <a:spcBef>
                <a:spcPts val="0"/>
              </a:spcBef>
            </a:pPr>
            <a:endParaRPr lang="en-GB" sz="12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F54F4-C16D-61A0-7520-BA1E15EDBB04}"/>
              </a:ext>
            </a:extLst>
          </p:cNvPr>
          <p:cNvSpPr/>
          <p:nvPr/>
        </p:nvSpPr>
        <p:spPr>
          <a:xfrm>
            <a:off x="476302" y="1323391"/>
            <a:ext cx="3843743" cy="109466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Active users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0E027-C4DF-05F3-0ACB-B6376A25BCE1}"/>
              </a:ext>
            </a:extLst>
          </p:cNvPr>
          <p:cNvSpPr/>
          <p:nvPr/>
        </p:nvSpPr>
        <p:spPr>
          <a:xfrm>
            <a:off x="476302" y="2513175"/>
            <a:ext cx="3843744" cy="192676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Registered users trend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0B19AA-4077-070E-67D2-71E5BA37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0" y="2907463"/>
            <a:ext cx="3381746" cy="14742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D436E4-0356-FE1E-71D1-AA3F2C38C527}"/>
              </a:ext>
            </a:extLst>
          </p:cNvPr>
          <p:cNvSpPr/>
          <p:nvPr/>
        </p:nvSpPr>
        <p:spPr>
          <a:xfrm>
            <a:off x="5000172" y="1323391"/>
            <a:ext cx="5743567" cy="21945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Number of logins and unique user logins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B59126-895A-C0E6-FC54-87E16D6F7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788" y="1615318"/>
            <a:ext cx="3324688" cy="1795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92244-0F51-05E7-B5C2-B3CF2B53BA17}"/>
              </a:ext>
            </a:extLst>
          </p:cNvPr>
          <p:cNvSpPr txBox="1"/>
          <p:nvPr/>
        </p:nvSpPr>
        <p:spPr>
          <a:xfrm>
            <a:off x="1646664" y="1762033"/>
            <a:ext cx="78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1.719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2259848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2024 JAGGAER">
      <a:dk1>
        <a:srgbClr val="3F434F"/>
      </a:dk1>
      <a:lt1>
        <a:srgbClr val="FFFFFF"/>
      </a:lt1>
      <a:dk2>
        <a:srgbClr val="3F434F"/>
      </a:dk2>
      <a:lt2>
        <a:srgbClr val="D9D9DC"/>
      </a:lt2>
      <a:accent1>
        <a:srgbClr val="4D8193"/>
      </a:accent1>
      <a:accent2>
        <a:srgbClr val="DCC379"/>
      </a:accent2>
      <a:accent3>
        <a:srgbClr val="D22438"/>
      </a:accent3>
      <a:accent4>
        <a:srgbClr val="13234E"/>
      </a:accent4>
      <a:accent5>
        <a:srgbClr val="558156"/>
      </a:accent5>
      <a:accent6>
        <a:srgbClr val="574941"/>
      </a:accent6>
      <a:hlink>
        <a:srgbClr val="64B5F6"/>
      </a:hlink>
      <a:folHlink>
        <a:srgbClr val="AD85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JAGGAER Colors">
      <a:dk1>
        <a:srgbClr val="3F434F"/>
      </a:dk1>
      <a:lt1>
        <a:srgbClr val="FFFFFF"/>
      </a:lt1>
      <a:dk2>
        <a:srgbClr val="4D8193"/>
      </a:dk2>
      <a:lt2>
        <a:srgbClr val="D9D9DC"/>
      </a:lt2>
      <a:accent1>
        <a:srgbClr val="D22438"/>
      </a:accent1>
      <a:accent2>
        <a:srgbClr val="DCC379"/>
      </a:accent2>
      <a:accent3>
        <a:srgbClr val="4D8193"/>
      </a:accent3>
      <a:accent4>
        <a:srgbClr val="574941"/>
      </a:accent4>
      <a:accent5>
        <a:srgbClr val="13234E"/>
      </a:accent5>
      <a:accent6>
        <a:srgbClr val="558156"/>
      </a:accent6>
      <a:hlink>
        <a:srgbClr val="64B5F6"/>
      </a:hlink>
      <a:folHlink>
        <a:srgbClr val="AD85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db62c4-0963-4222-b922-0ce5fbb2b3ba">
      <Terms xmlns="http://schemas.microsoft.com/office/infopath/2007/PartnerControls"/>
    </lcf76f155ced4ddcb4097134ff3c332f>
    <TaxCatchAll xmlns="53eb39f4-33c6-453d-b7f2-25047aa3e654" xsi:nil="true"/>
    <Typeofpresentation xmlns="d6db62c4-0963-4222-b922-0ce5fbb2b3b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13EC62-8FB0-4D9B-ADB2-8BDDB2F1D363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90c89840-3c46-4c91-9132-8b916ad294d4"/>
    <ds:schemaRef ds:uri="http://schemas.microsoft.com/office/2006/documentManagement/types"/>
    <ds:schemaRef ds:uri="5ac716d2-22cb-4409-b089-9a1b799d5eeb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5A4BE49-BB2F-42D6-9362-92700B94F2C8}"/>
</file>

<file path=customXml/itemProps3.xml><?xml version="1.0" encoding="utf-8"?>
<ds:datastoreItem xmlns:ds="http://schemas.openxmlformats.org/officeDocument/2006/customXml" ds:itemID="{E3B4801B-19B2-48FD-9E52-CE30FBFB1E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Widescreen</PresentationFormat>
  <Paragraphs>55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Inter Light</vt:lpstr>
      <vt:lpstr>Inter Semi Bold</vt:lpstr>
      <vt:lpstr>1_Office Theme</vt:lpstr>
      <vt:lpstr>2_Office Theme</vt:lpstr>
      <vt:lpstr>Office Theme</vt:lpstr>
      <vt:lpstr>Executive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Performance Review</dc:title>
  <dc:creator>Brent Loree</dc:creator>
  <cp:lastModifiedBy>Laureen Kuertz</cp:lastModifiedBy>
  <cp:revision>244</cp:revision>
  <dcterms:created xsi:type="dcterms:W3CDTF">2024-05-07T19:35:14Z</dcterms:created>
  <dcterms:modified xsi:type="dcterms:W3CDTF">2025-09-18T10:11:35Z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  <property fmtid="{D5CDD505-2E9C-101B-9397-08002B2CF9AE}" pid="3" name="MediaServiceImageTags">
    <vt:lpwstr/>
  </property>
</Properties>
</file>