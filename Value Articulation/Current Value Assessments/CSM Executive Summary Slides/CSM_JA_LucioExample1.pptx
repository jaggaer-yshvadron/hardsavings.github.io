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147480396" r:id="rId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D5FD18-9BDC-400C-A374-C2C112FB3BE9}" v="1" dt="2025-09-16T14:31:40.345"/>
    <p1510:client id="{CC9E3082-DD7F-46C9-B3C0-26A20A7EFDF3}" v="1" dt="2025-09-16T14:30:09.9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31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11" Type="http://schemas.openxmlformats.org/officeDocument/2006/relationships/customXml" Target="../customXml/item3.xml"/><Relationship Id="rId5" Type="http://schemas.openxmlformats.org/officeDocument/2006/relationships/theme" Target="theme/theme1.xml"/><Relationship Id="rId10" Type="http://schemas.openxmlformats.org/officeDocument/2006/relationships/customXml" Target="../customXml/item2.xml"/><Relationship Id="rId4" Type="http://schemas.openxmlformats.org/officeDocument/2006/relationships/viewProps" Target="viewProps.xml"/><Relationship Id="rId9"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o Devito" userId="29a4648d-ea33-420e-b39c-921d5aacc980" providerId="ADAL" clId="{CBD5FD18-9BDC-400C-A374-C2C112FB3BE9}"/>
    <pc:docChg chg="addSld delSld modSld">
      <pc:chgData name="Lucio Devito" userId="29a4648d-ea33-420e-b39c-921d5aacc980" providerId="ADAL" clId="{CBD5FD18-9BDC-400C-A374-C2C112FB3BE9}" dt="2025-09-16T14:31:43.963" v="1" actId="2696"/>
      <pc:docMkLst>
        <pc:docMk/>
      </pc:docMkLst>
      <pc:sldChg chg="del">
        <pc:chgData name="Lucio Devito" userId="29a4648d-ea33-420e-b39c-921d5aacc980" providerId="ADAL" clId="{CBD5FD18-9BDC-400C-A374-C2C112FB3BE9}" dt="2025-09-16T14:31:43.963" v="1" actId="2696"/>
        <pc:sldMkLst>
          <pc:docMk/>
          <pc:sldMk cId="4021125883" sldId="2147480395"/>
        </pc:sldMkLst>
      </pc:sldChg>
      <pc:sldChg chg="add">
        <pc:chgData name="Lucio Devito" userId="29a4648d-ea33-420e-b39c-921d5aacc980" providerId="ADAL" clId="{CBD5FD18-9BDC-400C-A374-C2C112FB3BE9}" dt="2025-09-16T14:31:40.341" v="0"/>
        <pc:sldMkLst>
          <pc:docMk/>
          <pc:sldMk cId="3003795322" sldId="2147480396"/>
        </pc:sldMkLst>
      </pc:sldChg>
    </pc:docChg>
  </pc:docChgLst>
  <pc:docChgLst>
    <pc:chgData name="Lucio Devito" userId="29a4648d-ea33-420e-b39c-921d5aacc980" providerId="ADAL" clId="{CC9E3082-DD7F-46C9-B3C0-26A20A7EFDF3}"/>
    <pc:docChg chg="addSld modSld">
      <pc:chgData name="Lucio Devito" userId="29a4648d-ea33-420e-b39c-921d5aacc980" providerId="ADAL" clId="{CC9E3082-DD7F-46C9-B3C0-26A20A7EFDF3}" dt="2025-09-16T14:30:09.924" v="0"/>
      <pc:docMkLst>
        <pc:docMk/>
      </pc:docMkLst>
      <pc:sldChg chg="add">
        <pc:chgData name="Lucio Devito" userId="29a4648d-ea33-420e-b39c-921d5aacc980" providerId="ADAL" clId="{CC9E3082-DD7F-46C9-B3C0-26A20A7EFDF3}" dt="2025-09-16T14:30:09.924" v="0"/>
        <pc:sldMkLst>
          <pc:docMk/>
          <pc:sldMk cId="4021125883" sldId="214748039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1EF7BC-5D1C-5126-93F2-DFA295B9661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19AE779-2C2C-2AB4-C899-F3E6825900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DDA74944-10EB-5B5F-7E3A-8EF06909FB13}"/>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5" name="Marcador de pie de página 4">
            <a:extLst>
              <a:ext uri="{FF2B5EF4-FFF2-40B4-BE49-F238E27FC236}">
                <a16:creationId xmlns:a16="http://schemas.microsoft.com/office/drawing/2014/main" id="{85CABC93-6D53-2DC3-15C0-BB5D3ECB732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AE203A6-F07B-6140-43B0-E4F81544D27D}"/>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19498453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8AF2BE-25B5-7E83-8FD8-EDAABABAD26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3D0D899-A7C3-1F10-0299-EEFE5B72B28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7667518-403C-FFA9-C16B-6D084F2D47A0}"/>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5" name="Marcador de pie de página 4">
            <a:extLst>
              <a:ext uri="{FF2B5EF4-FFF2-40B4-BE49-F238E27FC236}">
                <a16:creationId xmlns:a16="http://schemas.microsoft.com/office/drawing/2014/main" id="{213BC5F6-F1F6-2C30-F804-C7A51812124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FED7F20-D6AF-F309-9DDF-427A1E23E3FC}"/>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3653338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6A299A-061D-54D3-C3CE-EA37D270A44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7A43C3E9-9AEF-4757-92A5-8F4BE016F7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5B928975-083A-FAF5-1B26-DB192BB074A5}"/>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5" name="Marcador de pie de página 4">
            <a:extLst>
              <a:ext uri="{FF2B5EF4-FFF2-40B4-BE49-F238E27FC236}">
                <a16:creationId xmlns:a16="http://schemas.microsoft.com/office/drawing/2014/main" id="{E1A0245A-CDCD-362F-8379-EF4B1F924CE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FF5E874-C7DC-933D-135A-05AC9D6533B8}"/>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3929817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CDDB0B-4B34-3622-B055-2BF35C27004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927E67D-70B6-2913-CB31-79D35B033D7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BB2E1DA-E915-4F07-67D3-80C0E1E2792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04ED2B6B-8476-3945-435F-24E8CAABF35E}"/>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6" name="Marcador de pie de página 5">
            <a:extLst>
              <a:ext uri="{FF2B5EF4-FFF2-40B4-BE49-F238E27FC236}">
                <a16:creationId xmlns:a16="http://schemas.microsoft.com/office/drawing/2014/main" id="{B05B176F-FEEE-3CC2-3823-7BDCD66A6F4A}"/>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DA195BF-830F-0374-11E6-4C94C43CE678}"/>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2993045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FCE2B9-5208-769F-C614-F23B334E6A5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494B741-4E14-E3FC-7BE5-F0E26C0525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A7F17B5-648C-3466-E3E3-19B10E50A78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82937E07-8DAF-D473-D7FB-939ED84351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CBE5B63-90AA-B409-745E-46B09F85450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7A666E0C-59B6-E8AE-EB20-4D81C0644E28}"/>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8" name="Marcador de pie de página 7">
            <a:extLst>
              <a:ext uri="{FF2B5EF4-FFF2-40B4-BE49-F238E27FC236}">
                <a16:creationId xmlns:a16="http://schemas.microsoft.com/office/drawing/2014/main" id="{212093BA-F9F8-9D0D-B927-5578EDFF751A}"/>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2CC06DD5-B806-73FC-9C27-E9D13D976641}"/>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1939012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2609EF-F311-9607-5280-8046779FF6F7}"/>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F1FF28B0-7CFB-7962-DC77-FA99785B04FF}"/>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4" name="Marcador de pie de página 3">
            <a:extLst>
              <a:ext uri="{FF2B5EF4-FFF2-40B4-BE49-F238E27FC236}">
                <a16:creationId xmlns:a16="http://schemas.microsoft.com/office/drawing/2014/main" id="{9E0B4FA8-B688-ACB4-21BD-D4E674101D15}"/>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B3ECD14F-9AAA-7910-17EB-343AF0DA2158}"/>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92374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9A12AB8-17D2-5E8E-D2EF-A9315742933D}"/>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3" name="Marcador de pie de página 2">
            <a:extLst>
              <a:ext uri="{FF2B5EF4-FFF2-40B4-BE49-F238E27FC236}">
                <a16:creationId xmlns:a16="http://schemas.microsoft.com/office/drawing/2014/main" id="{24888528-29D0-92C8-D7C4-1F5EAE92586F}"/>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EE1D1DB-5E4C-0346-C313-89B16961D03D}"/>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3515681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C226CF-47D9-0D97-0A42-EA282E678FF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E87796D-7DFB-DDF4-1ACA-741AACBC90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53B69E65-80EA-F436-4491-87C31E8CC5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580BFBE-A06C-10FE-6AD0-838C025ADD25}"/>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6" name="Marcador de pie de página 5">
            <a:extLst>
              <a:ext uri="{FF2B5EF4-FFF2-40B4-BE49-F238E27FC236}">
                <a16:creationId xmlns:a16="http://schemas.microsoft.com/office/drawing/2014/main" id="{73128501-6FC3-7D3E-5A07-F260329C17B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CBA033F-3CDC-9735-3E11-53FBD359CBD0}"/>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3311117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120CCC-DCF8-864F-64B1-4471B2F9756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0CC85D02-4BBA-EC50-C4A2-2434822C14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8F025FC5-993B-ED01-77DB-226079D7BF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64B2650-93C0-ECFA-CE48-1B6ED99AFF2D}"/>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6" name="Marcador de pie de página 5">
            <a:extLst>
              <a:ext uri="{FF2B5EF4-FFF2-40B4-BE49-F238E27FC236}">
                <a16:creationId xmlns:a16="http://schemas.microsoft.com/office/drawing/2014/main" id="{7B39EC5B-415F-E643-3285-C470CE29701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08B7E1F-B9E0-68E1-A36C-14C34D20F698}"/>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391636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6C2F4E-E2A8-FAC6-25EB-5EAB0E03E70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B3DB8359-B391-D70A-65EF-E3DF23A1C16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77771A7-D44C-28D4-E040-2B0D9CF85871}"/>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5" name="Marcador de pie de página 4">
            <a:extLst>
              <a:ext uri="{FF2B5EF4-FFF2-40B4-BE49-F238E27FC236}">
                <a16:creationId xmlns:a16="http://schemas.microsoft.com/office/drawing/2014/main" id="{77B491A4-6618-8727-472E-5B25F2E520A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445045A-C967-CC4E-E17C-C14742DFA244}"/>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793729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7C468A4-3A79-3206-1186-79A59151DB1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8523898-A71A-0971-D60A-3DF90B16A70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E852351-B096-B8D8-6069-5D280100F1BC}"/>
              </a:ext>
            </a:extLst>
          </p:cNvPr>
          <p:cNvSpPr>
            <a:spLocks noGrp="1"/>
          </p:cNvSpPr>
          <p:nvPr>
            <p:ph type="dt" sz="half" idx="10"/>
          </p:nvPr>
        </p:nvSpPr>
        <p:spPr/>
        <p:txBody>
          <a:bodyPr/>
          <a:lstStyle/>
          <a:p>
            <a:fld id="{FD26FA2C-37D3-493E-BE3E-B778B7D8B7EB}" type="datetimeFigureOut">
              <a:rPr lang="es-ES" smtClean="0"/>
              <a:t>16/09/2025</a:t>
            </a:fld>
            <a:endParaRPr lang="es-ES"/>
          </a:p>
        </p:txBody>
      </p:sp>
      <p:sp>
        <p:nvSpPr>
          <p:cNvPr id="5" name="Marcador de pie de página 4">
            <a:extLst>
              <a:ext uri="{FF2B5EF4-FFF2-40B4-BE49-F238E27FC236}">
                <a16:creationId xmlns:a16="http://schemas.microsoft.com/office/drawing/2014/main" id="{B91836AD-F818-DF62-182E-0836C0FFD34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5133135-6B8D-2867-7AC2-FF70965AFE1D}"/>
              </a:ext>
            </a:extLst>
          </p:cNvPr>
          <p:cNvSpPr>
            <a:spLocks noGrp="1"/>
          </p:cNvSpPr>
          <p:nvPr>
            <p:ph type="sldNum" sz="quarter" idx="12"/>
          </p:nvPr>
        </p:nvSpPr>
        <p:spPr/>
        <p:txBody>
          <a:bodyPr/>
          <a:lstStyle/>
          <a:p>
            <a:fld id="{F80AEB05-1760-49EF-9519-3C8A2D7E81CB}" type="slidenum">
              <a:rPr lang="es-ES" smtClean="0"/>
              <a:t>‹Nº›</a:t>
            </a:fld>
            <a:endParaRPr lang="es-ES"/>
          </a:p>
        </p:txBody>
      </p:sp>
    </p:spTree>
    <p:extLst>
      <p:ext uri="{BB962C8B-B14F-4D97-AF65-F5344CB8AC3E}">
        <p14:creationId xmlns:p14="http://schemas.microsoft.com/office/powerpoint/2010/main" val="10349541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ull 4 Column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02381B3-4CC5-1F7C-6531-20AFFC958848}"/>
              </a:ext>
            </a:extLst>
          </p:cNvPr>
          <p:cNvSpPr/>
          <p:nvPr userDrawn="1"/>
        </p:nvSpPr>
        <p:spPr>
          <a:xfrm>
            <a:off x="0" y="6267600"/>
            <a:ext cx="12192000" cy="5904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58E06D8D-B85A-5051-5299-9E81A889D886}"/>
              </a:ext>
            </a:extLst>
          </p:cNvPr>
          <p:cNvSpPr>
            <a:spLocks noGrp="1"/>
          </p:cNvSpPr>
          <p:nvPr>
            <p:ph type="title" hasCustomPrompt="1"/>
          </p:nvPr>
        </p:nvSpPr>
        <p:spPr>
          <a:xfrm>
            <a:off x="535259" y="434898"/>
            <a:ext cx="11073161" cy="468351"/>
          </a:xfrm>
        </p:spPr>
        <p:txBody>
          <a:bodyPr/>
          <a:lstStyle/>
          <a:p>
            <a:r>
              <a:rPr lang="en-US"/>
              <a:t>Click To Edit Master Title Style</a:t>
            </a:r>
          </a:p>
        </p:txBody>
      </p:sp>
      <p:sp>
        <p:nvSpPr>
          <p:cNvPr id="13" name="Text Placeholder 12">
            <a:extLst>
              <a:ext uri="{FF2B5EF4-FFF2-40B4-BE49-F238E27FC236}">
                <a16:creationId xmlns:a16="http://schemas.microsoft.com/office/drawing/2014/main" id="{5EE31592-BF95-D5CC-7218-121CD01B338E}"/>
              </a:ext>
            </a:extLst>
          </p:cNvPr>
          <p:cNvSpPr>
            <a:spLocks noGrp="1"/>
          </p:cNvSpPr>
          <p:nvPr>
            <p:ph type="body" sz="quarter" idx="12" hasCustomPrompt="1"/>
          </p:nvPr>
        </p:nvSpPr>
        <p:spPr>
          <a:xfrm>
            <a:off x="534988" y="969203"/>
            <a:ext cx="11073161" cy="468351"/>
          </a:xfrm>
          <a:prstGeom prst="rect">
            <a:avLst/>
          </a:prstGeom>
        </p:spPr>
        <p:txBody>
          <a:bodyPr>
            <a:normAutofit/>
          </a:bodyPr>
          <a:lstStyle>
            <a:lvl1pPr marL="0" indent="0">
              <a:buNone/>
              <a:defRPr sz="2200" b="1">
                <a:solidFill>
                  <a:schemeClr val="bg2">
                    <a:lumMod val="75000"/>
                  </a:schemeClr>
                </a:solidFill>
              </a:defRPr>
            </a:lvl1pPr>
          </a:lstStyle>
          <a:p>
            <a:pPr lvl="0"/>
            <a:r>
              <a:rPr lang="en-US"/>
              <a:t>Subhead</a:t>
            </a:r>
          </a:p>
        </p:txBody>
      </p:sp>
      <p:sp>
        <p:nvSpPr>
          <p:cNvPr id="2" name="Text Placeholder 34">
            <a:extLst>
              <a:ext uri="{FF2B5EF4-FFF2-40B4-BE49-F238E27FC236}">
                <a16:creationId xmlns:a16="http://schemas.microsoft.com/office/drawing/2014/main" id="{55356DAB-DED2-61BA-F359-83250B29E981}"/>
              </a:ext>
            </a:extLst>
          </p:cNvPr>
          <p:cNvSpPr>
            <a:spLocks noGrp="1"/>
          </p:cNvSpPr>
          <p:nvPr>
            <p:ph type="body" sz="quarter" idx="17" hasCustomPrompt="1"/>
          </p:nvPr>
        </p:nvSpPr>
        <p:spPr>
          <a:xfrm>
            <a:off x="524258" y="1626373"/>
            <a:ext cx="2627957" cy="578624"/>
          </a:xfrm>
          <a:prstGeom prst="round2SameRect">
            <a:avLst/>
          </a:prstGeom>
          <a:noFill/>
        </p:spPr>
        <p:txBody>
          <a:bodyPr vert="horz" lIns="91440" tIns="45720" rIns="91440" bIns="45720" rtlCol="0" anchor="ctr" anchorCtr="0">
            <a:noAutofit/>
          </a:bodyPr>
          <a:lstStyle>
            <a:lvl1pPr marL="0" indent="0">
              <a:buNone/>
              <a:defRPr lang="en-US" sz="1800"/>
            </a:lvl1pPr>
          </a:lstStyle>
          <a:p>
            <a:pPr marL="174625" lvl="0" indent="-174625"/>
            <a:r>
              <a:rPr lang="en-GB"/>
              <a:t>Title</a:t>
            </a:r>
            <a:endParaRPr lang="en-US"/>
          </a:p>
        </p:txBody>
      </p:sp>
      <p:sp>
        <p:nvSpPr>
          <p:cNvPr id="4" name="TextBox 3">
            <a:extLst>
              <a:ext uri="{FF2B5EF4-FFF2-40B4-BE49-F238E27FC236}">
                <a16:creationId xmlns:a16="http://schemas.microsoft.com/office/drawing/2014/main" id="{959A8738-69EA-6C9C-5808-531478E5AEE2}"/>
              </a:ext>
            </a:extLst>
          </p:cNvPr>
          <p:cNvSpPr txBox="1"/>
          <p:nvPr userDrawn="1"/>
        </p:nvSpPr>
        <p:spPr>
          <a:xfrm>
            <a:off x="2646545" y="2358189"/>
            <a:ext cx="45719" cy="0"/>
          </a:xfrm>
          <a:prstGeom prst="rect">
            <a:avLst/>
          </a:prstGeom>
        </p:spPr>
        <p:txBody>
          <a:bodyPr vert="horz" wrap="none" lIns="91440" tIns="45720" rIns="91440" bIns="45720" rtlCol="0">
            <a:normAutofit fontScale="25000" lnSpcReduction="20000"/>
          </a:bodyPr>
          <a:lstStyle/>
          <a:p>
            <a:pPr algn="l"/>
            <a:endParaRPr lang="en-US" sz="1500" b="0" i="0" baseline="0" err="1">
              <a:solidFill>
                <a:schemeClr val="tx1"/>
              </a:solidFill>
            </a:endParaRPr>
          </a:p>
        </p:txBody>
      </p:sp>
      <p:sp>
        <p:nvSpPr>
          <p:cNvPr id="17" name="TextBox 16">
            <a:extLst>
              <a:ext uri="{FF2B5EF4-FFF2-40B4-BE49-F238E27FC236}">
                <a16:creationId xmlns:a16="http://schemas.microsoft.com/office/drawing/2014/main" id="{F7A9E8D7-793E-9F30-2FB3-966AB33860A6}"/>
              </a:ext>
            </a:extLst>
          </p:cNvPr>
          <p:cNvSpPr txBox="1"/>
          <p:nvPr userDrawn="1"/>
        </p:nvSpPr>
        <p:spPr>
          <a:xfrm>
            <a:off x="5531061" y="2358189"/>
            <a:ext cx="45719" cy="0"/>
          </a:xfrm>
          <a:prstGeom prst="rect">
            <a:avLst/>
          </a:prstGeom>
        </p:spPr>
        <p:txBody>
          <a:bodyPr vert="horz" wrap="none" lIns="91440" tIns="45720" rIns="91440" bIns="45720" rtlCol="0">
            <a:normAutofit fontScale="25000" lnSpcReduction="20000"/>
          </a:bodyPr>
          <a:lstStyle/>
          <a:p>
            <a:pPr algn="l"/>
            <a:endParaRPr lang="en-US" sz="1500" b="0" i="0" baseline="0" err="1">
              <a:solidFill>
                <a:schemeClr val="tx1"/>
              </a:solidFill>
            </a:endParaRPr>
          </a:p>
        </p:txBody>
      </p:sp>
      <p:sp>
        <p:nvSpPr>
          <p:cNvPr id="21" name="TextBox 20">
            <a:extLst>
              <a:ext uri="{FF2B5EF4-FFF2-40B4-BE49-F238E27FC236}">
                <a16:creationId xmlns:a16="http://schemas.microsoft.com/office/drawing/2014/main" id="{DB9D7A89-E7AF-3012-56D2-6288F3FB7AD7}"/>
              </a:ext>
            </a:extLst>
          </p:cNvPr>
          <p:cNvSpPr txBox="1"/>
          <p:nvPr userDrawn="1"/>
        </p:nvSpPr>
        <p:spPr>
          <a:xfrm>
            <a:off x="8440515" y="2358189"/>
            <a:ext cx="45719" cy="0"/>
          </a:xfrm>
          <a:prstGeom prst="rect">
            <a:avLst/>
          </a:prstGeom>
        </p:spPr>
        <p:txBody>
          <a:bodyPr vert="horz" wrap="none" lIns="91440" tIns="45720" rIns="91440" bIns="45720" rtlCol="0">
            <a:normAutofit fontScale="25000" lnSpcReduction="20000"/>
          </a:bodyPr>
          <a:lstStyle/>
          <a:p>
            <a:pPr algn="l"/>
            <a:endParaRPr lang="en-US" sz="1500" b="0" i="0" baseline="0" err="1">
              <a:solidFill>
                <a:schemeClr val="tx1"/>
              </a:solidFill>
            </a:endParaRPr>
          </a:p>
        </p:txBody>
      </p:sp>
      <p:sp>
        <p:nvSpPr>
          <p:cNvPr id="25" name="TextBox 24">
            <a:extLst>
              <a:ext uri="{FF2B5EF4-FFF2-40B4-BE49-F238E27FC236}">
                <a16:creationId xmlns:a16="http://schemas.microsoft.com/office/drawing/2014/main" id="{27CF1603-EBE1-1384-4FEB-6492FB0894FC}"/>
              </a:ext>
            </a:extLst>
          </p:cNvPr>
          <p:cNvSpPr txBox="1"/>
          <p:nvPr userDrawn="1"/>
        </p:nvSpPr>
        <p:spPr>
          <a:xfrm>
            <a:off x="11316719" y="2358189"/>
            <a:ext cx="45719" cy="0"/>
          </a:xfrm>
          <a:prstGeom prst="rect">
            <a:avLst/>
          </a:prstGeom>
        </p:spPr>
        <p:txBody>
          <a:bodyPr vert="horz" wrap="none" lIns="91440" tIns="45720" rIns="91440" bIns="45720" rtlCol="0">
            <a:normAutofit fontScale="25000" lnSpcReduction="20000"/>
          </a:bodyPr>
          <a:lstStyle/>
          <a:p>
            <a:pPr algn="l"/>
            <a:endParaRPr lang="en-US" sz="1500" b="0" i="0" baseline="0" err="1">
              <a:solidFill>
                <a:schemeClr val="tx1"/>
              </a:solidFill>
            </a:endParaRPr>
          </a:p>
        </p:txBody>
      </p:sp>
      <p:sp>
        <p:nvSpPr>
          <p:cNvPr id="28" name="Content Placeholder 3">
            <a:extLst>
              <a:ext uri="{FF2B5EF4-FFF2-40B4-BE49-F238E27FC236}">
                <a16:creationId xmlns:a16="http://schemas.microsoft.com/office/drawing/2014/main" id="{9DD1E27C-2638-DD24-783E-3069B7CFB230}"/>
              </a:ext>
            </a:extLst>
          </p:cNvPr>
          <p:cNvSpPr>
            <a:spLocks noGrp="1"/>
          </p:cNvSpPr>
          <p:nvPr>
            <p:ph sz="half" idx="29"/>
          </p:nvPr>
        </p:nvSpPr>
        <p:spPr>
          <a:xfrm>
            <a:off x="524258" y="2204997"/>
            <a:ext cx="2627957" cy="3867311"/>
          </a:xfrm>
          <a:prstGeom prst="round2SameRect">
            <a:avLst>
              <a:gd name="adj1" fmla="val 0"/>
              <a:gd name="adj2" fmla="val 3309"/>
            </a:avLst>
          </a:prstGeom>
          <a:solidFill>
            <a:schemeClr val="bg1">
              <a:lumMod val="95000"/>
            </a:schemeClr>
          </a:solidFill>
          <a:ln w="3175">
            <a:noFill/>
          </a:ln>
          <a:effectLst/>
        </p:spPr>
        <p:txBody>
          <a:bodyPr vert="horz" lIns="91440" tIns="182880" rIns="91440" bIns="182880" rtlCol="0">
            <a:noAutofit/>
          </a:bodyPr>
          <a:lstStyle>
            <a:lvl1pPr>
              <a:defRPr lang="en-US" sz="1400"/>
            </a:lvl1pPr>
            <a:lvl2pPr>
              <a:defRPr lang="en-US" sz="1200"/>
            </a:lvl2pPr>
            <a:lvl3pPr>
              <a:defRPr lang="en-US" sz="1000"/>
            </a:lvl3pPr>
            <a:lvl4pPr>
              <a:defRPr lang="en-US" sz="1000"/>
            </a:lvl4pPr>
            <a:lvl5pPr>
              <a:defRPr lang="en-US" sz="1000"/>
            </a:lvl5pPr>
          </a:lstStyle>
          <a:p>
            <a:pPr marL="114300" lvl="0" indent="-114300">
              <a:spcAft>
                <a:spcPts val="600"/>
              </a:spcAft>
            </a:pPr>
            <a:r>
              <a:rPr lang="en-US"/>
              <a:t>Click to edit Master text styles</a:t>
            </a:r>
          </a:p>
          <a:p>
            <a:pPr marL="342900" lvl="1" indent="-114300">
              <a:spcAft>
                <a:spcPts val="600"/>
              </a:spcAft>
            </a:pPr>
            <a:r>
              <a:rPr lang="en-US"/>
              <a:t>Second level</a:t>
            </a:r>
          </a:p>
          <a:p>
            <a:pPr marL="571500" lvl="2" indent="-114300">
              <a:spcAft>
                <a:spcPts val="600"/>
              </a:spcAft>
            </a:pPr>
            <a:r>
              <a:rPr lang="en-US"/>
              <a:t>Third level</a:t>
            </a:r>
          </a:p>
          <a:p>
            <a:pPr marL="800100" lvl="3" indent="-114300">
              <a:spcAft>
                <a:spcPts val="600"/>
              </a:spcAft>
            </a:pPr>
            <a:r>
              <a:rPr lang="en-US"/>
              <a:t>Fourth level</a:t>
            </a:r>
          </a:p>
          <a:p>
            <a:pPr marL="1028700" lvl="4" indent="-114300">
              <a:spcAft>
                <a:spcPts val="600"/>
              </a:spcAft>
            </a:pPr>
            <a:r>
              <a:rPr lang="en-US"/>
              <a:t>Fifth level</a:t>
            </a:r>
          </a:p>
        </p:txBody>
      </p:sp>
      <p:sp>
        <p:nvSpPr>
          <p:cNvPr id="29" name="Text Placeholder 34">
            <a:extLst>
              <a:ext uri="{FF2B5EF4-FFF2-40B4-BE49-F238E27FC236}">
                <a16:creationId xmlns:a16="http://schemas.microsoft.com/office/drawing/2014/main" id="{5688DB4A-06D9-B84D-857A-7078783D7AFD}"/>
              </a:ext>
            </a:extLst>
          </p:cNvPr>
          <p:cNvSpPr>
            <a:spLocks noGrp="1"/>
          </p:cNvSpPr>
          <p:nvPr>
            <p:ph type="body" sz="quarter" idx="30" hasCustomPrompt="1"/>
          </p:nvPr>
        </p:nvSpPr>
        <p:spPr>
          <a:xfrm>
            <a:off x="8980192" y="1632846"/>
            <a:ext cx="2627957" cy="578624"/>
          </a:xfrm>
          <a:prstGeom prst="round2SameRect">
            <a:avLst/>
          </a:prstGeom>
          <a:noFill/>
        </p:spPr>
        <p:txBody>
          <a:bodyPr vert="horz" lIns="91440" tIns="45720" rIns="91440" bIns="45720" rtlCol="0" anchor="ctr" anchorCtr="0">
            <a:noAutofit/>
          </a:bodyPr>
          <a:lstStyle>
            <a:lvl1pPr marL="0" indent="0">
              <a:buNone/>
              <a:defRPr lang="en-US" sz="1800"/>
            </a:lvl1pPr>
          </a:lstStyle>
          <a:p>
            <a:pPr marL="174625" lvl="0" indent="-174625"/>
            <a:r>
              <a:rPr lang="en-GB"/>
              <a:t>Title</a:t>
            </a:r>
            <a:endParaRPr lang="en-US"/>
          </a:p>
        </p:txBody>
      </p:sp>
      <p:sp>
        <p:nvSpPr>
          <p:cNvPr id="30" name="Content Placeholder 3">
            <a:extLst>
              <a:ext uri="{FF2B5EF4-FFF2-40B4-BE49-F238E27FC236}">
                <a16:creationId xmlns:a16="http://schemas.microsoft.com/office/drawing/2014/main" id="{19CB5C77-2E75-CB0C-C3DB-C94675A41A9E}"/>
              </a:ext>
            </a:extLst>
          </p:cNvPr>
          <p:cNvSpPr>
            <a:spLocks noGrp="1"/>
          </p:cNvSpPr>
          <p:nvPr>
            <p:ph sz="half" idx="31"/>
          </p:nvPr>
        </p:nvSpPr>
        <p:spPr>
          <a:xfrm>
            <a:off x="8980192" y="2211470"/>
            <a:ext cx="2627957" cy="3867311"/>
          </a:xfrm>
          <a:prstGeom prst="round2SameRect">
            <a:avLst>
              <a:gd name="adj1" fmla="val 0"/>
              <a:gd name="adj2" fmla="val 3309"/>
            </a:avLst>
          </a:prstGeom>
          <a:solidFill>
            <a:schemeClr val="bg1">
              <a:lumMod val="95000"/>
            </a:schemeClr>
          </a:solidFill>
          <a:ln w="3175">
            <a:noFill/>
          </a:ln>
          <a:effectLst/>
        </p:spPr>
        <p:txBody>
          <a:bodyPr vert="horz" lIns="91440" tIns="182880" rIns="91440" bIns="182880" rtlCol="0">
            <a:noAutofit/>
          </a:bodyPr>
          <a:lstStyle>
            <a:lvl1pPr>
              <a:defRPr lang="en-US" sz="1400"/>
            </a:lvl1pPr>
            <a:lvl2pPr>
              <a:defRPr lang="en-US" sz="1200"/>
            </a:lvl2pPr>
            <a:lvl3pPr>
              <a:defRPr lang="en-US" sz="1000"/>
            </a:lvl3pPr>
            <a:lvl4pPr>
              <a:defRPr lang="en-US" sz="1000"/>
            </a:lvl4pPr>
            <a:lvl5pPr>
              <a:defRPr lang="en-US" sz="1000"/>
            </a:lvl5pPr>
          </a:lstStyle>
          <a:p>
            <a:pPr marL="114300" lvl="0" indent="-114300">
              <a:spcAft>
                <a:spcPts val="600"/>
              </a:spcAft>
            </a:pPr>
            <a:r>
              <a:rPr lang="en-US"/>
              <a:t>Click to edit Master text styles</a:t>
            </a:r>
          </a:p>
          <a:p>
            <a:pPr marL="342900" lvl="1" indent="-114300">
              <a:spcAft>
                <a:spcPts val="600"/>
              </a:spcAft>
            </a:pPr>
            <a:r>
              <a:rPr lang="en-US"/>
              <a:t>Second level</a:t>
            </a:r>
          </a:p>
          <a:p>
            <a:pPr marL="571500" lvl="2" indent="-114300">
              <a:spcAft>
                <a:spcPts val="600"/>
              </a:spcAft>
            </a:pPr>
            <a:r>
              <a:rPr lang="en-US"/>
              <a:t>Third level</a:t>
            </a:r>
          </a:p>
          <a:p>
            <a:pPr marL="800100" lvl="3" indent="-114300">
              <a:spcAft>
                <a:spcPts val="600"/>
              </a:spcAft>
            </a:pPr>
            <a:r>
              <a:rPr lang="en-US"/>
              <a:t>Fourth level</a:t>
            </a:r>
          </a:p>
          <a:p>
            <a:pPr marL="1028700" lvl="4" indent="-114300">
              <a:spcAft>
                <a:spcPts val="600"/>
              </a:spcAft>
            </a:pPr>
            <a:r>
              <a:rPr lang="en-US"/>
              <a:t>Fifth level</a:t>
            </a:r>
          </a:p>
        </p:txBody>
      </p:sp>
      <p:sp>
        <p:nvSpPr>
          <p:cNvPr id="31" name="Text Placeholder 34">
            <a:extLst>
              <a:ext uri="{FF2B5EF4-FFF2-40B4-BE49-F238E27FC236}">
                <a16:creationId xmlns:a16="http://schemas.microsoft.com/office/drawing/2014/main" id="{93FC9D9B-22DD-A4CC-CD52-A35339732E96}"/>
              </a:ext>
            </a:extLst>
          </p:cNvPr>
          <p:cNvSpPr>
            <a:spLocks noGrp="1"/>
          </p:cNvSpPr>
          <p:nvPr>
            <p:ph type="body" sz="quarter" idx="32" hasCustomPrompt="1"/>
          </p:nvPr>
        </p:nvSpPr>
        <p:spPr>
          <a:xfrm>
            <a:off x="3342903" y="1626373"/>
            <a:ext cx="2627957" cy="578624"/>
          </a:xfrm>
          <a:prstGeom prst="round2SameRect">
            <a:avLst/>
          </a:prstGeom>
          <a:noFill/>
        </p:spPr>
        <p:txBody>
          <a:bodyPr vert="horz" lIns="91440" tIns="45720" rIns="91440" bIns="45720" rtlCol="0" anchor="ctr" anchorCtr="0">
            <a:noAutofit/>
          </a:bodyPr>
          <a:lstStyle>
            <a:lvl1pPr marL="0" indent="0">
              <a:buNone/>
              <a:defRPr lang="en-US" sz="1800"/>
            </a:lvl1pPr>
          </a:lstStyle>
          <a:p>
            <a:pPr marL="174625" lvl="0" indent="-174625"/>
            <a:r>
              <a:rPr lang="en-GB"/>
              <a:t>Title</a:t>
            </a:r>
            <a:endParaRPr lang="en-US"/>
          </a:p>
        </p:txBody>
      </p:sp>
      <p:sp>
        <p:nvSpPr>
          <p:cNvPr id="32" name="Content Placeholder 3">
            <a:extLst>
              <a:ext uri="{FF2B5EF4-FFF2-40B4-BE49-F238E27FC236}">
                <a16:creationId xmlns:a16="http://schemas.microsoft.com/office/drawing/2014/main" id="{84CC37C8-2506-092A-284B-D746B1FA7BCA}"/>
              </a:ext>
            </a:extLst>
          </p:cNvPr>
          <p:cNvSpPr>
            <a:spLocks noGrp="1"/>
          </p:cNvSpPr>
          <p:nvPr>
            <p:ph sz="half" idx="33"/>
          </p:nvPr>
        </p:nvSpPr>
        <p:spPr>
          <a:xfrm>
            <a:off x="3342903" y="2204997"/>
            <a:ext cx="2627957" cy="3867311"/>
          </a:xfrm>
          <a:prstGeom prst="round2SameRect">
            <a:avLst>
              <a:gd name="adj1" fmla="val 0"/>
              <a:gd name="adj2" fmla="val 3309"/>
            </a:avLst>
          </a:prstGeom>
          <a:solidFill>
            <a:schemeClr val="bg1">
              <a:lumMod val="95000"/>
            </a:schemeClr>
          </a:solidFill>
          <a:ln w="3175">
            <a:noFill/>
          </a:ln>
          <a:effectLst/>
        </p:spPr>
        <p:txBody>
          <a:bodyPr vert="horz" lIns="91440" tIns="182880" rIns="91440" bIns="182880" rtlCol="0">
            <a:noAutofit/>
          </a:bodyPr>
          <a:lstStyle>
            <a:lvl1pPr>
              <a:defRPr lang="en-US" sz="1400"/>
            </a:lvl1pPr>
            <a:lvl2pPr>
              <a:defRPr lang="en-US" sz="1200"/>
            </a:lvl2pPr>
            <a:lvl3pPr>
              <a:defRPr lang="en-US" sz="1000"/>
            </a:lvl3pPr>
            <a:lvl4pPr>
              <a:defRPr lang="en-US" sz="1000"/>
            </a:lvl4pPr>
            <a:lvl5pPr>
              <a:defRPr lang="en-US" sz="1000"/>
            </a:lvl5pPr>
          </a:lstStyle>
          <a:p>
            <a:pPr marL="114300" lvl="0" indent="-114300">
              <a:spcAft>
                <a:spcPts val="600"/>
              </a:spcAft>
            </a:pPr>
            <a:r>
              <a:rPr lang="en-US"/>
              <a:t>Click to edit Master text styles</a:t>
            </a:r>
          </a:p>
          <a:p>
            <a:pPr marL="342900" lvl="1" indent="-114300">
              <a:spcAft>
                <a:spcPts val="600"/>
              </a:spcAft>
            </a:pPr>
            <a:r>
              <a:rPr lang="en-US"/>
              <a:t>Second level</a:t>
            </a:r>
          </a:p>
          <a:p>
            <a:pPr marL="571500" lvl="2" indent="-114300">
              <a:spcAft>
                <a:spcPts val="600"/>
              </a:spcAft>
            </a:pPr>
            <a:r>
              <a:rPr lang="en-US"/>
              <a:t>Third level</a:t>
            </a:r>
          </a:p>
          <a:p>
            <a:pPr marL="800100" lvl="3" indent="-114300">
              <a:spcAft>
                <a:spcPts val="600"/>
              </a:spcAft>
            </a:pPr>
            <a:r>
              <a:rPr lang="en-US"/>
              <a:t>Fourth level</a:t>
            </a:r>
          </a:p>
          <a:p>
            <a:pPr marL="1028700" lvl="4" indent="-114300">
              <a:spcAft>
                <a:spcPts val="600"/>
              </a:spcAft>
            </a:pPr>
            <a:r>
              <a:rPr lang="en-US"/>
              <a:t>Fifth level</a:t>
            </a:r>
          </a:p>
        </p:txBody>
      </p:sp>
      <p:sp>
        <p:nvSpPr>
          <p:cNvPr id="33" name="Text Placeholder 34">
            <a:extLst>
              <a:ext uri="{FF2B5EF4-FFF2-40B4-BE49-F238E27FC236}">
                <a16:creationId xmlns:a16="http://schemas.microsoft.com/office/drawing/2014/main" id="{2F2ED7B3-21F4-3927-30F8-A78292E4B1E5}"/>
              </a:ext>
            </a:extLst>
          </p:cNvPr>
          <p:cNvSpPr>
            <a:spLocks noGrp="1"/>
          </p:cNvSpPr>
          <p:nvPr>
            <p:ph type="body" sz="quarter" idx="34" hasCustomPrompt="1"/>
          </p:nvPr>
        </p:nvSpPr>
        <p:spPr>
          <a:xfrm>
            <a:off x="6166209" y="1626373"/>
            <a:ext cx="2627957" cy="578624"/>
          </a:xfrm>
          <a:prstGeom prst="round2SameRect">
            <a:avLst/>
          </a:prstGeom>
          <a:noFill/>
        </p:spPr>
        <p:txBody>
          <a:bodyPr vert="horz" lIns="91440" tIns="45720" rIns="91440" bIns="45720" rtlCol="0" anchor="ctr" anchorCtr="0">
            <a:noAutofit/>
          </a:bodyPr>
          <a:lstStyle>
            <a:lvl1pPr marL="0" indent="0">
              <a:buNone/>
              <a:defRPr lang="en-US" sz="1800"/>
            </a:lvl1pPr>
          </a:lstStyle>
          <a:p>
            <a:pPr marL="174625" lvl="0" indent="-174625"/>
            <a:r>
              <a:rPr lang="en-GB"/>
              <a:t>Title</a:t>
            </a:r>
            <a:endParaRPr lang="en-US"/>
          </a:p>
        </p:txBody>
      </p:sp>
      <p:sp>
        <p:nvSpPr>
          <p:cNvPr id="34" name="Content Placeholder 3">
            <a:extLst>
              <a:ext uri="{FF2B5EF4-FFF2-40B4-BE49-F238E27FC236}">
                <a16:creationId xmlns:a16="http://schemas.microsoft.com/office/drawing/2014/main" id="{2735364E-A8E5-0BF2-B123-F87077DE38DB}"/>
              </a:ext>
            </a:extLst>
          </p:cNvPr>
          <p:cNvSpPr>
            <a:spLocks noGrp="1"/>
          </p:cNvSpPr>
          <p:nvPr>
            <p:ph sz="half" idx="35"/>
          </p:nvPr>
        </p:nvSpPr>
        <p:spPr>
          <a:xfrm>
            <a:off x="6166209" y="2204997"/>
            <a:ext cx="2627957" cy="3867311"/>
          </a:xfrm>
          <a:prstGeom prst="round2SameRect">
            <a:avLst>
              <a:gd name="adj1" fmla="val 0"/>
              <a:gd name="adj2" fmla="val 3309"/>
            </a:avLst>
          </a:prstGeom>
          <a:solidFill>
            <a:schemeClr val="bg1">
              <a:lumMod val="95000"/>
            </a:schemeClr>
          </a:solidFill>
          <a:ln w="3175">
            <a:noFill/>
          </a:ln>
          <a:effectLst/>
        </p:spPr>
        <p:txBody>
          <a:bodyPr vert="horz" lIns="91440" tIns="182880" rIns="91440" bIns="182880" rtlCol="0">
            <a:noAutofit/>
          </a:bodyPr>
          <a:lstStyle>
            <a:lvl1pPr>
              <a:defRPr lang="en-US" sz="1400"/>
            </a:lvl1pPr>
            <a:lvl2pPr>
              <a:defRPr lang="en-US" sz="1200"/>
            </a:lvl2pPr>
            <a:lvl3pPr>
              <a:defRPr lang="en-US" sz="1000"/>
            </a:lvl3pPr>
            <a:lvl4pPr>
              <a:defRPr lang="en-US" sz="1000"/>
            </a:lvl4pPr>
            <a:lvl5pPr>
              <a:defRPr lang="en-US" sz="1000"/>
            </a:lvl5pPr>
          </a:lstStyle>
          <a:p>
            <a:pPr marL="114300" lvl="0" indent="-114300">
              <a:spcAft>
                <a:spcPts val="600"/>
              </a:spcAft>
            </a:pPr>
            <a:r>
              <a:rPr lang="en-US"/>
              <a:t>Click to edit Master text styles</a:t>
            </a:r>
          </a:p>
          <a:p>
            <a:pPr marL="342900" lvl="1" indent="-114300">
              <a:spcAft>
                <a:spcPts val="600"/>
              </a:spcAft>
            </a:pPr>
            <a:r>
              <a:rPr lang="en-US"/>
              <a:t>Second level</a:t>
            </a:r>
          </a:p>
          <a:p>
            <a:pPr marL="571500" lvl="2" indent="-114300">
              <a:spcAft>
                <a:spcPts val="600"/>
              </a:spcAft>
            </a:pPr>
            <a:r>
              <a:rPr lang="en-US"/>
              <a:t>Third level</a:t>
            </a:r>
          </a:p>
          <a:p>
            <a:pPr marL="800100" lvl="3" indent="-114300">
              <a:spcAft>
                <a:spcPts val="600"/>
              </a:spcAft>
            </a:pPr>
            <a:r>
              <a:rPr lang="en-US"/>
              <a:t>Fourth level</a:t>
            </a:r>
          </a:p>
          <a:p>
            <a:pPr marL="1028700" lvl="4" indent="-114300">
              <a:spcAft>
                <a:spcPts val="600"/>
              </a:spcAft>
            </a:pPr>
            <a:r>
              <a:rPr lang="en-US"/>
              <a:t>Fifth level</a:t>
            </a:r>
          </a:p>
        </p:txBody>
      </p:sp>
      <p:sp>
        <p:nvSpPr>
          <p:cNvPr id="5" name="Slide Number Placeholder 5">
            <a:extLst>
              <a:ext uri="{FF2B5EF4-FFF2-40B4-BE49-F238E27FC236}">
                <a16:creationId xmlns:a16="http://schemas.microsoft.com/office/drawing/2014/main" id="{EA5B6233-C523-B85D-B625-E37280A0F64D}"/>
              </a:ext>
            </a:extLst>
          </p:cNvPr>
          <p:cNvSpPr txBox="1">
            <a:spLocks/>
          </p:cNvSpPr>
          <p:nvPr userDrawn="1"/>
        </p:nvSpPr>
        <p:spPr>
          <a:xfrm>
            <a:off x="11608420" y="6423101"/>
            <a:ext cx="457200" cy="298374"/>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bg2">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247074F-9C96-8E4E-BE15-789C9B53C458}" type="slidenum">
              <a:rPr lang="en-US" smtClean="0">
                <a:solidFill>
                  <a:schemeClr val="bg1"/>
                </a:solidFill>
              </a:rPr>
              <a:pPr/>
              <a:t>‹Nº›</a:t>
            </a:fld>
            <a:endParaRPr lang="en-US">
              <a:solidFill>
                <a:schemeClr val="bg1"/>
              </a:solidFill>
            </a:endParaRPr>
          </a:p>
        </p:txBody>
      </p:sp>
      <p:pic>
        <p:nvPicPr>
          <p:cNvPr id="9" name="Picture 8">
            <a:extLst>
              <a:ext uri="{FF2B5EF4-FFF2-40B4-BE49-F238E27FC236}">
                <a16:creationId xmlns:a16="http://schemas.microsoft.com/office/drawing/2014/main" id="{86117D1B-5327-5382-C6D0-00499C338DA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34988" y="6475603"/>
            <a:ext cx="1591023" cy="163480"/>
          </a:xfrm>
          <a:prstGeom prst="rect">
            <a:avLst/>
          </a:prstGeom>
        </p:spPr>
      </p:pic>
    </p:spTree>
    <p:extLst>
      <p:ext uri="{BB962C8B-B14F-4D97-AF65-F5344CB8AC3E}">
        <p14:creationId xmlns:p14="http://schemas.microsoft.com/office/powerpoint/2010/main" val="1521476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38E2F94-1BC4-114B-0F25-818EADDB50C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95E07461-92C4-8BE2-7FB3-542994A32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CBCB9B0-952A-7949-68BB-2240A09F88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D26FA2C-37D3-493E-BE3E-B778B7D8B7EB}" type="datetimeFigureOut">
              <a:rPr lang="es-ES" smtClean="0"/>
              <a:t>16/09/2025</a:t>
            </a:fld>
            <a:endParaRPr lang="es-ES"/>
          </a:p>
        </p:txBody>
      </p:sp>
      <p:sp>
        <p:nvSpPr>
          <p:cNvPr id="5" name="Marcador de pie de página 4">
            <a:extLst>
              <a:ext uri="{FF2B5EF4-FFF2-40B4-BE49-F238E27FC236}">
                <a16:creationId xmlns:a16="http://schemas.microsoft.com/office/drawing/2014/main" id="{08E7FECF-6D95-6759-5E7E-99C68E8A2A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796D8D1F-8560-130A-CF11-AAE9B17510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0AEB05-1760-49EF-9519-3C8A2D7E81CB}" type="slidenum">
              <a:rPr lang="es-ES" smtClean="0"/>
              <a:t>‹Nº›</a:t>
            </a:fld>
            <a:endParaRPr lang="es-ES"/>
          </a:p>
        </p:txBody>
      </p:sp>
    </p:spTree>
    <p:extLst>
      <p:ext uri="{BB962C8B-B14F-4D97-AF65-F5344CB8AC3E}">
        <p14:creationId xmlns:p14="http://schemas.microsoft.com/office/powerpoint/2010/main" val="2675839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3434930-BF0D-8322-5E2B-158D203F670E}"/>
              </a:ext>
            </a:extLst>
          </p:cNvPr>
          <p:cNvSpPr>
            <a:spLocks noGrp="1"/>
          </p:cNvSpPr>
          <p:nvPr>
            <p:ph type="title"/>
          </p:nvPr>
        </p:nvSpPr>
        <p:spPr>
          <a:xfrm>
            <a:off x="1300572" y="190857"/>
            <a:ext cx="11073161" cy="468351"/>
          </a:xfrm>
        </p:spPr>
        <p:txBody>
          <a:bodyPr>
            <a:normAutofit fontScale="90000"/>
          </a:bodyPr>
          <a:lstStyle/>
          <a:p>
            <a:r>
              <a:rPr lang="en-US"/>
              <a:t>Executive Overview</a:t>
            </a:r>
          </a:p>
        </p:txBody>
      </p:sp>
      <p:sp>
        <p:nvSpPr>
          <p:cNvPr id="15" name="Text Placeholder 14">
            <a:extLst>
              <a:ext uri="{FF2B5EF4-FFF2-40B4-BE49-F238E27FC236}">
                <a16:creationId xmlns:a16="http://schemas.microsoft.com/office/drawing/2014/main" id="{B6255D9A-ED4F-BA52-E78E-B67E682A3161}"/>
              </a:ext>
            </a:extLst>
          </p:cNvPr>
          <p:cNvSpPr>
            <a:spLocks noGrp="1"/>
          </p:cNvSpPr>
          <p:nvPr>
            <p:ph type="body" sz="quarter" idx="17"/>
          </p:nvPr>
        </p:nvSpPr>
        <p:spPr>
          <a:xfrm>
            <a:off x="524258" y="865167"/>
            <a:ext cx="5571742" cy="578624"/>
          </a:xfrm>
        </p:spPr>
        <p:txBody>
          <a:bodyPr/>
          <a:lstStyle/>
          <a:p>
            <a:r>
              <a:rPr lang="en-US" dirty="0"/>
              <a:t>What’s working</a:t>
            </a:r>
          </a:p>
        </p:txBody>
      </p:sp>
      <p:sp>
        <p:nvSpPr>
          <p:cNvPr id="16" name="Content Placeholder 15">
            <a:extLst>
              <a:ext uri="{FF2B5EF4-FFF2-40B4-BE49-F238E27FC236}">
                <a16:creationId xmlns:a16="http://schemas.microsoft.com/office/drawing/2014/main" id="{9E1A06C9-5B88-ED88-77AE-7F0A520E869A}"/>
              </a:ext>
            </a:extLst>
          </p:cNvPr>
          <p:cNvSpPr>
            <a:spLocks noGrp="1"/>
          </p:cNvSpPr>
          <p:nvPr>
            <p:ph sz="half" idx="29"/>
          </p:nvPr>
        </p:nvSpPr>
        <p:spPr>
          <a:xfrm>
            <a:off x="524258" y="1275392"/>
            <a:ext cx="5571742" cy="4978451"/>
          </a:xfrm>
          <a:solidFill>
            <a:schemeClr val="accent6">
              <a:lumMod val="20000"/>
              <a:lumOff val="80000"/>
            </a:schemeClr>
          </a:solidFill>
        </p:spPr>
        <p:txBody>
          <a:bodyPr/>
          <a:lstStyle/>
          <a:p>
            <a:r>
              <a:rPr lang="it-IT" sz="1200" dirty="0"/>
              <a:t>Trend accessi utenti interni stabile nel tempo: la media dei login mensili si mantiene sopra quota 6.500 negli ultimi trimestri, con un leggero calo rispetto al picco massimo (Q1 2024 con 8.052 login), ma senza flessioni critiche. Il numero medio di login unici per trimestre si conferma costante attorno a 400-420, segno di un utilizzo continuativo e consolidato nel tempo.</a:t>
            </a:r>
          </a:p>
          <a:p>
            <a:r>
              <a:rPr lang="it-IT" sz="1200" dirty="0"/>
              <a:t>Trend accessi </a:t>
            </a:r>
            <a:r>
              <a:rPr lang="it-IT" sz="1200" dirty="0" err="1"/>
              <a:t>vendor</a:t>
            </a:r>
            <a:r>
              <a:rPr lang="it-IT" sz="1200" dirty="0"/>
              <a:t> stabile nel 2025: la media dei login fornitori si mantiene su livelli solidi (tra 5.700 e 5.800 login/trimestre nel Q1 e Q2 2025), con un numero medio di utenti unici superiore a 1.400. Segno di continuità e consolidamento nell’utilizzo. Il numero di fornitori registrati e abilitati si è stabilizzato, con valori simili e differenze minime, evidenziando un processo efficiente e ben gestito. </a:t>
            </a:r>
          </a:p>
          <a:p>
            <a:r>
              <a:rPr lang="it-IT" sz="1200" dirty="0"/>
              <a:t>Trend delle RFQ: nel Q2 2025 sono state create 989 RFQ, in lieve calo rispetto al Q1 (1.159), ma comunque in linea con i volumi elevati mantenuti negli ultimi cinque trimestri. Continua il miglioramento nell’adozione delle funzionalità guidate: il 25% delle RFQ è stato creato da template (vs 28% in Q1), mentre cresce l’uso della copia da eventi precedenti (da 11% a 13%). La creazione “From Scratch” rimane alta (62%, ma si conferma in calo rispetto al 76% registrato nel 2022</a:t>
            </a:r>
          </a:p>
          <a:p>
            <a:r>
              <a:rPr lang="it-IT" sz="1200" dirty="0"/>
              <a:t>Partecipazione gare: nel Q2 2025 il numero medio di fornitori invitati per RFQ è 1,56, in linea con i trimestri precedenti e </a:t>
            </a:r>
            <a:r>
              <a:rPr lang="it-IT" sz="1200" dirty="0" err="1"/>
              <a:t>average</a:t>
            </a:r>
            <a:r>
              <a:rPr lang="it-IT" sz="1200" dirty="0"/>
              <a:t> del periodo esaminato. La % di </a:t>
            </a:r>
            <a:r>
              <a:rPr lang="it-IT" sz="1200" dirty="0" err="1"/>
              <a:t>bidder</a:t>
            </a:r>
            <a:r>
              <a:rPr lang="it-IT" sz="1200" dirty="0"/>
              <a:t> sulle RFQ pubblicate si mantiene alta al 80%, confermando che la maggior parte delle gare ricevono almeno una risposta. Anche la quota di RFQ con un solo </a:t>
            </a:r>
            <a:r>
              <a:rPr lang="it-IT" sz="1200" dirty="0" err="1"/>
              <a:t>bidder</a:t>
            </a:r>
            <a:r>
              <a:rPr lang="it-IT" sz="1200" dirty="0"/>
              <a:t> si riduce al 62%, migliorato rispetto al 71% di Q1 2024</a:t>
            </a:r>
          </a:p>
          <a:p>
            <a:r>
              <a:rPr lang="it-IT" sz="1200" dirty="0"/>
              <a:t>Trend dei contratti creati stabile con periodi precedenti</a:t>
            </a:r>
            <a:endParaRPr lang="en-US" dirty="0"/>
          </a:p>
        </p:txBody>
      </p:sp>
      <p:sp>
        <p:nvSpPr>
          <p:cNvPr id="17" name="Text Placeholder 16">
            <a:extLst>
              <a:ext uri="{FF2B5EF4-FFF2-40B4-BE49-F238E27FC236}">
                <a16:creationId xmlns:a16="http://schemas.microsoft.com/office/drawing/2014/main" id="{B5486549-40E9-8D0A-68D0-787EC29AE21A}"/>
              </a:ext>
            </a:extLst>
          </p:cNvPr>
          <p:cNvSpPr>
            <a:spLocks noGrp="1"/>
          </p:cNvSpPr>
          <p:nvPr>
            <p:ph type="body" sz="quarter" idx="30"/>
          </p:nvPr>
        </p:nvSpPr>
        <p:spPr>
          <a:xfrm>
            <a:off x="6311536" y="847297"/>
            <a:ext cx="5356205" cy="578624"/>
          </a:xfrm>
        </p:spPr>
        <p:txBody>
          <a:bodyPr/>
          <a:lstStyle/>
          <a:p>
            <a:r>
              <a:rPr lang="en-US" dirty="0"/>
              <a:t>Improvement Opportunities</a:t>
            </a:r>
          </a:p>
        </p:txBody>
      </p:sp>
      <p:sp>
        <p:nvSpPr>
          <p:cNvPr id="18" name="Content Placeholder 17">
            <a:extLst>
              <a:ext uri="{FF2B5EF4-FFF2-40B4-BE49-F238E27FC236}">
                <a16:creationId xmlns:a16="http://schemas.microsoft.com/office/drawing/2014/main" id="{CEE38D0D-A210-7FF2-A9F5-6074CD5222B8}"/>
              </a:ext>
            </a:extLst>
          </p:cNvPr>
          <p:cNvSpPr>
            <a:spLocks noGrp="1"/>
          </p:cNvSpPr>
          <p:nvPr>
            <p:ph sz="half" idx="31"/>
          </p:nvPr>
        </p:nvSpPr>
        <p:spPr>
          <a:xfrm>
            <a:off x="6311536" y="1272376"/>
            <a:ext cx="5356205" cy="4978450"/>
          </a:xfrm>
          <a:solidFill>
            <a:schemeClr val="accent2">
              <a:lumMod val="20000"/>
              <a:lumOff val="80000"/>
            </a:schemeClr>
          </a:solidFill>
        </p:spPr>
        <p:txBody>
          <a:bodyPr/>
          <a:lstStyle/>
          <a:p>
            <a:r>
              <a:rPr lang="it-IT" sz="1200" dirty="0"/>
              <a:t>Valutare l’Introduzione del RFQ </a:t>
            </a:r>
            <a:r>
              <a:rPr lang="it-IT" sz="1200" dirty="0" err="1"/>
              <a:t>Wizard</a:t>
            </a:r>
            <a:r>
              <a:rPr lang="it-IT" sz="1200" dirty="0"/>
              <a:t> e online help (attivo solo per utenti interni)</a:t>
            </a:r>
          </a:p>
          <a:p>
            <a:r>
              <a:rPr lang="it-IT" sz="1200" dirty="0"/>
              <a:t>Valutare l’introduzione di nuovi template e la revisione degli attuali per le RFQ: la % di creazione da template è scesa al 25% nel Q2 2025 (era 28% in Q1). La dipendenza dal “From Scratch” resta alta: nel Q2 2025 il 62% delle gare è ancora creato da zero, in leggera crescita rispetto al Q1 (61%). Serve rafforzare l’adozione dei template per standardizzare i processi e ridurre il lavoro manuale. (valutando le funzionalità avanzate come template condizionali)</a:t>
            </a:r>
          </a:p>
          <a:p>
            <a:r>
              <a:rPr lang="it-IT" sz="1200" dirty="0"/>
              <a:t>Valutare eventuale Webinar sulle funzionalità avanzate delle </a:t>
            </a:r>
            <a:r>
              <a:rPr lang="it-IT" sz="1200" dirty="0" err="1"/>
              <a:t>RfQ</a:t>
            </a:r>
            <a:r>
              <a:rPr lang="it-IT" sz="1200" dirty="0"/>
              <a:t> (TCO, aggiudicazione online, ecc.)</a:t>
            </a:r>
          </a:p>
          <a:p>
            <a:r>
              <a:rPr lang="it-IT" sz="1200" dirty="0"/>
              <a:t>Valutare Jaggaer </a:t>
            </a:r>
            <a:r>
              <a:rPr lang="it-IT" sz="1200" dirty="0" err="1"/>
              <a:t>Adopt</a:t>
            </a:r>
            <a:r>
              <a:rPr lang="it-IT" sz="1200" dirty="0"/>
              <a:t> sulle country (guide online) e Assist (smart Assistant)</a:t>
            </a:r>
          </a:p>
          <a:p>
            <a:r>
              <a:rPr lang="it-IT" sz="1200" dirty="0"/>
              <a:t>Il numero medio di invitati per gara rimane basso, consigliamo aumentare questi numeri per favorire una maggiore competizione, valutando l’attivazione della funzionalità di invito per fornitori non registrati. Molte gare coinvolgono un solo </a:t>
            </a:r>
            <a:r>
              <a:rPr lang="it-IT" sz="1200" dirty="0" err="1"/>
              <a:t>bidder</a:t>
            </a:r>
            <a:r>
              <a:rPr lang="it-IT" sz="1200" dirty="0"/>
              <a:t>. Valutare integrazione del sourcing + con </a:t>
            </a:r>
            <a:r>
              <a:rPr lang="it-IT" sz="1200" b="1" dirty="0"/>
              <a:t>BEROE</a:t>
            </a:r>
          </a:p>
          <a:p>
            <a:r>
              <a:rPr lang="it-IT" sz="1200" dirty="0"/>
              <a:t>Migliorare il processo di firma dei contratti con l’introduzione della Firma Elettronica (</a:t>
            </a:r>
            <a:r>
              <a:rPr lang="it-IT" sz="1200" dirty="0" err="1"/>
              <a:t>docusign</a:t>
            </a:r>
            <a:r>
              <a:rPr lang="it-IT" sz="1200" dirty="0"/>
              <a:t>)</a:t>
            </a:r>
          </a:p>
          <a:p>
            <a:r>
              <a:rPr lang="it-IT" sz="1200" dirty="0"/>
              <a:t>Quota ancora alta di contratti creati completamente da zero, molti contratti sono ancora generati manualmente e senza legami con gare o template.</a:t>
            </a:r>
          </a:p>
          <a:p>
            <a:r>
              <a:rPr lang="it-IT" sz="1200" dirty="0"/>
              <a:t>Valutare l’introduzione delle e-Action</a:t>
            </a:r>
          </a:p>
          <a:p>
            <a:endParaRPr lang="it-IT" sz="1200" dirty="0"/>
          </a:p>
          <a:p>
            <a:pPr marL="0" indent="0">
              <a:buNone/>
            </a:pPr>
            <a:endParaRPr lang="en-US" dirty="0">
              <a:solidFill>
                <a:srgbClr val="FF0000"/>
              </a:solidFill>
            </a:endParaRPr>
          </a:p>
        </p:txBody>
      </p:sp>
      <p:pic>
        <p:nvPicPr>
          <p:cNvPr id="5" name="Picture 2" descr="What Is A Compass? | How Does A Compass Work? | DK Find Out">
            <a:extLst>
              <a:ext uri="{FF2B5EF4-FFF2-40B4-BE49-F238E27FC236}">
                <a16:creationId xmlns:a16="http://schemas.microsoft.com/office/drawing/2014/main" id="{BEB85E53-1FAA-648B-C9E0-EF17EF23A1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046" y="0"/>
            <a:ext cx="967633" cy="96920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a:extLst>
              <a:ext uri="{FF2B5EF4-FFF2-40B4-BE49-F238E27FC236}">
                <a16:creationId xmlns:a16="http://schemas.microsoft.com/office/drawing/2014/main" id="{B406CE29-500D-6006-DEC1-36404C52E2B5}"/>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377211" y="47014"/>
            <a:ext cx="709388" cy="646331"/>
          </a:xfrm>
          <a:prstGeom prst="rect">
            <a:avLst/>
          </a:prstGeom>
        </p:spPr>
      </p:pic>
      <p:pic>
        <p:nvPicPr>
          <p:cNvPr id="11" name="Picture 9">
            <a:extLst>
              <a:ext uri="{FF2B5EF4-FFF2-40B4-BE49-F238E27FC236}">
                <a16:creationId xmlns:a16="http://schemas.microsoft.com/office/drawing/2014/main" id="{ABE0B3AA-B018-EB1A-D333-E9387F779810}"/>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939561" y="27962"/>
            <a:ext cx="550823" cy="730566"/>
          </a:xfrm>
          <a:prstGeom prst="rect">
            <a:avLst/>
          </a:prstGeom>
        </p:spPr>
      </p:pic>
      <p:sp>
        <p:nvSpPr>
          <p:cNvPr id="12" name="TextBox 16">
            <a:extLst>
              <a:ext uri="{FF2B5EF4-FFF2-40B4-BE49-F238E27FC236}">
                <a16:creationId xmlns:a16="http://schemas.microsoft.com/office/drawing/2014/main" id="{F9CFA4D4-2411-F32D-2C43-82C9949F904E}"/>
              </a:ext>
            </a:extLst>
          </p:cNvPr>
          <p:cNvSpPr txBox="1"/>
          <p:nvPr/>
        </p:nvSpPr>
        <p:spPr>
          <a:xfrm>
            <a:off x="7244868" y="654245"/>
            <a:ext cx="1664104" cy="461665"/>
          </a:xfrm>
          <a:prstGeom prst="rect">
            <a:avLst/>
          </a:prstGeom>
          <a:noFill/>
        </p:spPr>
        <p:txBody>
          <a:bodyPr wrap="square" rtlCol="0">
            <a:spAutoFit/>
          </a:bodyPr>
          <a:lstStyle/>
          <a:p>
            <a:pPr algn="ctr"/>
            <a:r>
              <a:rPr lang="en-US" sz="1200">
                <a:latin typeface="Inter" panose="02000803000000020004" pitchFamily="50" charset="0"/>
                <a:ea typeface="Inter" panose="02000803000000020004" pitchFamily="50" charset="0"/>
                <a:cs typeface="Inter" panose="02000803000000020004" pitchFamily="50" charset="0"/>
              </a:rPr>
              <a:t>Supplier Management</a:t>
            </a:r>
          </a:p>
        </p:txBody>
      </p:sp>
      <p:sp>
        <p:nvSpPr>
          <p:cNvPr id="23" name="TextBox 18">
            <a:extLst>
              <a:ext uri="{FF2B5EF4-FFF2-40B4-BE49-F238E27FC236}">
                <a16:creationId xmlns:a16="http://schemas.microsoft.com/office/drawing/2014/main" id="{46FC8DD6-B9AD-02F4-1E01-4B2A9EB904ED}"/>
              </a:ext>
            </a:extLst>
          </p:cNvPr>
          <p:cNvSpPr txBox="1"/>
          <p:nvPr/>
        </p:nvSpPr>
        <p:spPr>
          <a:xfrm>
            <a:off x="8853968" y="658259"/>
            <a:ext cx="1617354" cy="276999"/>
          </a:xfrm>
          <a:prstGeom prst="rect">
            <a:avLst/>
          </a:prstGeom>
          <a:noFill/>
        </p:spPr>
        <p:txBody>
          <a:bodyPr wrap="square" rtlCol="0">
            <a:spAutoFit/>
          </a:bodyPr>
          <a:lstStyle/>
          <a:p>
            <a:pPr algn="ctr"/>
            <a:r>
              <a:rPr lang="en-US" sz="1200" dirty="0">
                <a:latin typeface="Inter" panose="02000803000000020004" pitchFamily="50" charset="0"/>
                <a:ea typeface="Inter" panose="02000803000000020004" pitchFamily="50" charset="0"/>
                <a:cs typeface="Inter" panose="02000803000000020004" pitchFamily="50" charset="0"/>
              </a:rPr>
              <a:t>Sourcing</a:t>
            </a:r>
          </a:p>
        </p:txBody>
      </p:sp>
      <p:sp>
        <p:nvSpPr>
          <p:cNvPr id="24" name="TextBox 19">
            <a:extLst>
              <a:ext uri="{FF2B5EF4-FFF2-40B4-BE49-F238E27FC236}">
                <a16:creationId xmlns:a16="http://schemas.microsoft.com/office/drawing/2014/main" id="{A866D460-A035-EE20-C1FF-EF80DF99370B}"/>
              </a:ext>
            </a:extLst>
          </p:cNvPr>
          <p:cNvSpPr txBox="1"/>
          <p:nvPr/>
        </p:nvSpPr>
        <p:spPr>
          <a:xfrm>
            <a:off x="10471322" y="692204"/>
            <a:ext cx="1517850" cy="276999"/>
          </a:xfrm>
          <a:prstGeom prst="rect">
            <a:avLst/>
          </a:prstGeom>
          <a:noFill/>
        </p:spPr>
        <p:txBody>
          <a:bodyPr wrap="square" rtlCol="0">
            <a:spAutoFit/>
          </a:bodyPr>
          <a:lstStyle/>
          <a:p>
            <a:pPr algn="ctr"/>
            <a:r>
              <a:rPr lang="en-US" sz="1200" dirty="0">
                <a:latin typeface="Inter" panose="02000803000000020004" pitchFamily="50" charset="0"/>
                <a:ea typeface="Inter" panose="02000803000000020004" pitchFamily="50" charset="0"/>
                <a:cs typeface="Inter" panose="02000803000000020004" pitchFamily="50" charset="0"/>
              </a:rPr>
              <a:t>Contracts</a:t>
            </a:r>
          </a:p>
        </p:txBody>
      </p:sp>
      <p:pic>
        <p:nvPicPr>
          <p:cNvPr id="25" name="Picture 11">
            <a:extLst>
              <a:ext uri="{FF2B5EF4-FFF2-40B4-BE49-F238E27FC236}">
                <a16:creationId xmlns:a16="http://schemas.microsoft.com/office/drawing/2014/main" id="{5DACBA15-8CDF-F835-666B-60E4371B4E39}"/>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7713837" y="47014"/>
            <a:ext cx="622040" cy="566747"/>
          </a:xfrm>
          <a:prstGeom prst="rect">
            <a:avLst/>
          </a:prstGeom>
        </p:spPr>
      </p:pic>
    </p:spTree>
    <p:extLst>
      <p:ext uri="{BB962C8B-B14F-4D97-AF65-F5344CB8AC3E}">
        <p14:creationId xmlns:p14="http://schemas.microsoft.com/office/powerpoint/2010/main" val="300379532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BA134681899F4D93FD53BF1729799E" ma:contentTypeVersion="20" ma:contentTypeDescription="Create a new document." ma:contentTypeScope="" ma:versionID="7a144e9c0f7a8e66205f7a1d5ef06f8e">
  <xsd:schema xmlns:xsd="http://www.w3.org/2001/XMLSchema" xmlns:xs="http://www.w3.org/2001/XMLSchema" xmlns:p="http://schemas.microsoft.com/office/2006/metadata/properties" xmlns:ns2="d6db62c4-0963-4222-b922-0ce5fbb2b3ba" xmlns:ns3="53eb39f4-33c6-453d-b7f2-25047aa3e654" targetNamespace="http://schemas.microsoft.com/office/2006/metadata/properties" ma:root="true" ma:fieldsID="faf685dabbc2638ccc295d893b01abfb" ns2:_="" ns3:_="">
    <xsd:import namespace="d6db62c4-0963-4222-b922-0ce5fbb2b3ba"/>
    <xsd:import namespace="53eb39f4-33c6-453d-b7f2-25047aa3e65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LengthInSeconds" minOccurs="0"/>
                <xsd:element ref="ns2:MediaServiceObjectDetectorVersions" minOccurs="0"/>
                <xsd:element ref="ns2:Typeofpresent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db62c4-0963-4222-b922-0ce5fbb2b3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94eb55d6-dc06-44ab-a01f-d508de68a2f2"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Typeofpresentation" ma:index="25" nillable="true" ma:displayName="Type of presentation" ma:format="Dropdown" ma:internalName="Typeofpresentation">
      <xsd:simpleType>
        <xsd:restriction base="dms:Text">
          <xsd:maxLength value="255"/>
        </xsd:restriction>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eb39f4-33c6-453d-b7f2-25047aa3e654"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2f1e8ee-95d0-4fec-9ebb-3ddc3c5a0496}" ma:internalName="TaxCatchAll" ma:showField="CatchAllData" ma:web="53eb39f4-33c6-453d-b7f2-25047aa3e65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6db62c4-0963-4222-b922-0ce5fbb2b3ba">
      <Terms xmlns="http://schemas.microsoft.com/office/infopath/2007/PartnerControls"/>
    </lcf76f155ced4ddcb4097134ff3c332f>
    <Typeofpresentation xmlns="d6db62c4-0963-4222-b922-0ce5fbb2b3ba" xsi:nil="true"/>
    <TaxCatchAll xmlns="53eb39f4-33c6-453d-b7f2-25047aa3e654" xsi:nil="true"/>
  </documentManagement>
</p:properties>
</file>

<file path=customXml/itemProps1.xml><?xml version="1.0" encoding="utf-8"?>
<ds:datastoreItem xmlns:ds="http://schemas.openxmlformats.org/officeDocument/2006/customXml" ds:itemID="{59CDB8B5-3551-40AC-BA29-4EBE5AEE33FC}"/>
</file>

<file path=customXml/itemProps2.xml><?xml version="1.0" encoding="utf-8"?>
<ds:datastoreItem xmlns:ds="http://schemas.openxmlformats.org/officeDocument/2006/customXml" ds:itemID="{16E561C3-21A0-4CE6-B702-B8E737579AFE}"/>
</file>

<file path=customXml/itemProps3.xml><?xml version="1.0" encoding="utf-8"?>
<ds:datastoreItem xmlns:ds="http://schemas.openxmlformats.org/officeDocument/2006/customXml" ds:itemID="{B7004B0A-BEF0-4947-9F86-BBD9E08F37CE}"/>
</file>

<file path=docProps/app.xml><?xml version="1.0" encoding="utf-8"?>
<Properties xmlns="http://schemas.openxmlformats.org/officeDocument/2006/extended-properties" xmlns:vt="http://schemas.openxmlformats.org/officeDocument/2006/docPropsVTypes">
  <TotalTime>0</TotalTime>
  <Words>561</Words>
  <Application>Microsoft Office PowerPoint</Application>
  <PresentationFormat>Panorámica</PresentationFormat>
  <Paragraphs>19</Paragraphs>
  <Slides>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vt:i4>
      </vt:variant>
    </vt:vector>
  </HeadingPairs>
  <TitlesOfParts>
    <vt:vector size="6" baseType="lpstr">
      <vt:lpstr>Aptos</vt:lpstr>
      <vt:lpstr>Aptos Display</vt:lpstr>
      <vt:lpstr>Arial</vt:lpstr>
      <vt:lpstr>Inter</vt:lpstr>
      <vt:lpstr>Tema de Office</vt:lpstr>
      <vt:lpstr>Executive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Lucio Devito</dc:creator>
  <cp:lastModifiedBy>Lucio Devito</cp:lastModifiedBy>
  <cp:revision>1</cp:revision>
  <dcterms:created xsi:type="dcterms:W3CDTF">2025-09-16T14:30:07Z</dcterms:created>
  <dcterms:modified xsi:type="dcterms:W3CDTF">2025-09-16T14:31:49Z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0x010100E9BA134681899F4D93FD53BF1729799E</vt:lpwstr>
  </property>
</Properties>
</file>