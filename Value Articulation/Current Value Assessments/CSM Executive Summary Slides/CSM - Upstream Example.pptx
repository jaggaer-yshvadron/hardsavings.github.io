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14748363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00"/>
    <a:srgbClr val="7DBBCD"/>
    <a:srgbClr val="7DBBCB"/>
    <a:srgbClr val="B2B4BA"/>
    <a:srgbClr val="DD5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ughes" userId="215458e5-3764-41db-9332-8578d2882a85" providerId="ADAL" clId="{7A03B621-732D-4E9A-8B53-4DD05402E4DE}"/>
    <pc:docChg chg="delSld">
      <pc:chgData name="Will Hughes" userId="215458e5-3764-41db-9332-8578d2882a85" providerId="ADAL" clId="{7A03B621-732D-4E9A-8B53-4DD05402E4DE}" dt="2025-09-15T19:05:54.634" v="1" actId="2696"/>
      <pc:docMkLst>
        <pc:docMk/>
      </pc:docMkLst>
      <pc:sldChg chg="del">
        <pc:chgData name="Will Hughes" userId="215458e5-3764-41db-9332-8578d2882a85" providerId="ADAL" clId="{7A03B621-732D-4E9A-8B53-4DD05402E4DE}" dt="2025-09-15T19:05:51.503" v="0" actId="2696"/>
        <pc:sldMkLst>
          <pc:docMk/>
          <pc:sldMk cId="1562064099" sldId="307"/>
        </pc:sldMkLst>
      </pc:sldChg>
      <pc:sldChg chg="del">
        <pc:chgData name="Will Hughes" userId="215458e5-3764-41db-9332-8578d2882a85" providerId="ADAL" clId="{7A03B621-732D-4E9A-8B53-4DD05402E4DE}" dt="2025-09-15T19:05:51.503" v="0" actId="2696"/>
        <pc:sldMkLst>
          <pc:docMk/>
          <pc:sldMk cId="3456832989" sldId="308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1061694430" sldId="4211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1725631907" sldId="4320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691347044" sldId="4322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1031274991" sldId="4332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129379356" sldId="4334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71751347" sldId="4336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349854379" sldId="4343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2357289656" sldId="2147483635"/>
        </pc:sldMkLst>
      </pc:sldChg>
      <pc:sldChg chg="del">
        <pc:chgData name="Will Hughes" userId="215458e5-3764-41db-9332-8578d2882a85" providerId="ADAL" clId="{7A03B621-732D-4E9A-8B53-4DD05402E4DE}" dt="2025-09-15T19:05:51.503" v="0" actId="2696"/>
        <pc:sldMkLst>
          <pc:docMk/>
          <pc:sldMk cId="3383269874" sldId="2147483636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3110050658" sldId="2147483638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2080572106" sldId="2147483639"/>
        </pc:sldMkLst>
      </pc:sldChg>
      <pc:sldChg chg="del">
        <pc:chgData name="Will Hughes" userId="215458e5-3764-41db-9332-8578d2882a85" providerId="ADAL" clId="{7A03B621-732D-4E9A-8B53-4DD05402E4DE}" dt="2025-09-15T19:05:51.503" v="0" actId="2696"/>
        <pc:sldMkLst>
          <pc:docMk/>
          <pc:sldMk cId="2784014990" sldId="2147483640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894408320" sldId="2147483641"/>
        </pc:sldMkLst>
      </pc:sldChg>
      <pc:sldChg chg="del">
        <pc:chgData name="Will Hughes" userId="215458e5-3764-41db-9332-8578d2882a85" providerId="ADAL" clId="{7A03B621-732D-4E9A-8B53-4DD05402E4DE}" dt="2025-09-15T19:05:54.634" v="1" actId="2696"/>
        <pc:sldMkLst>
          <pc:docMk/>
          <pc:sldMk cId="1800444246" sldId="2147483642"/>
        </pc:sldMkLst>
      </pc:sldChg>
      <pc:sldMasterChg chg="delSldLayout">
        <pc:chgData name="Will Hughes" userId="215458e5-3764-41db-9332-8578d2882a85" providerId="ADAL" clId="{7A03B621-732D-4E9A-8B53-4DD05402E4DE}" dt="2025-09-15T19:05:54.634" v="1" actId="2696"/>
        <pc:sldMasterMkLst>
          <pc:docMk/>
          <pc:sldMasterMk cId="2381530698" sldId="2147483648"/>
        </pc:sldMasterMkLst>
        <pc:sldLayoutChg chg="del">
          <pc:chgData name="Will Hughes" userId="215458e5-3764-41db-9332-8578d2882a85" providerId="ADAL" clId="{7A03B621-732D-4E9A-8B53-4DD05402E4DE}" dt="2025-09-15T19:05:54.634" v="1" actId="2696"/>
          <pc:sldLayoutMkLst>
            <pc:docMk/>
            <pc:sldMasterMk cId="2381530698" sldId="2147483648"/>
            <pc:sldLayoutMk cId="2899221473" sldId="214748369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16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Rutgers Compass Results</a:t>
            </a:r>
          </a:p>
          <a:p>
            <a:pPr>
              <a:defRPr/>
            </a:pPr>
            <a:r>
              <a:rPr lang="en-US" sz="105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vs. Industry &amp; Peers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Sourcing_Contracts!$D$3</c:f>
              <c:strCache>
                <c:ptCount val="1"/>
                <c:pt idx="0">
                  <c:v>Rutgers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14"/>
            <c:spPr>
              <a:blipFill>
                <a:blip xmlns:r="http://schemas.openxmlformats.org/officeDocument/2006/relationships" r:embed="rId4"/>
                <a:stretch>
                  <a:fillRect/>
                </a:stretch>
              </a:blipFill>
              <a:ln w="9525">
                <a:solidFill>
                  <a:srgbClr val="C00000"/>
                </a:solidFill>
              </a:ln>
              <a:effectLst/>
            </c:spPr>
          </c:marker>
          <c:cat>
            <c:strRef>
              <c:f>Sourcing_Contracts!$C$4:$C$8</c:f>
              <c:strCache>
                <c:ptCount val="5"/>
                <c:pt idx="0">
                  <c:v># of Contracts</c:v>
                </c:pt>
                <c:pt idx="1">
                  <c:v>Contracts with Renewals</c:v>
                </c:pt>
                <c:pt idx="2">
                  <c:v>ePro Contracts with Spend</c:v>
                </c:pt>
                <c:pt idx="3">
                  <c:v>Estimated Sourcing Effectivness</c:v>
                </c:pt>
                <c:pt idx="4">
                  <c:v>Sourcing Events Awarded</c:v>
                </c:pt>
              </c:strCache>
            </c:strRef>
          </c:cat>
          <c:val>
            <c:numRef>
              <c:f>Sourcing_Contracts!$D$4:$D$8</c:f>
              <c:numCache>
                <c:formatCode>0.0</c:formatCode>
                <c:ptCount val="5"/>
                <c:pt idx="0">
                  <c:v>3.4</c:v>
                </c:pt>
                <c:pt idx="1">
                  <c:v>4.5</c:v>
                </c:pt>
                <c:pt idx="2">
                  <c:v>3.7</c:v>
                </c:pt>
                <c:pt idx="3">
                  <c:v>0.7</c:v>
                </c:pt>
                <c:pt idx="4">
                  <c:v>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52-42BC-8228-4A718C7831DA}"/>
            </c:ext>
          </c:extLst>
        </c:ser>
        <c:ser>
          <c:idx val="1"/>
          <c:order val="1"/>
          <c:tx>
            <c:strRef>
              <c:f>Sourcing_Contracts!$E$3</c:f>
              <c:strCache>
                <c:ptCount val="1"/>
                <c:pt idx="0">
                  <c:v>Industry</c:v>
                </c:pt>
              </c:strCache>
            </c:strRef>
          </c:tx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9525">
                <a:solidFill>
                  <a:sysClr val="windowText" lastClr="000000"/>
                </a:solidFill>
              </a:ln>
              <a:effectLst/>
            </c:spPr>
          </c:marker>
          <c:cat>
            <c:strRef>
              <c:f>Sourcing_Contracts!$C$4:$C$8</c:f>
              <c:strCache>
                <c:ptCount val="5"/>
                <c:pt idx="0">
                  <c:v># of Contracts</c:v>
                </c:pt>
                <c:pt idx="1">
                  <c:v>Contracts with Renewals</c:v>
                </c:pt>
                <c:pt idx="2">
                  <c:v>ePro Contracts with Spend</c:v>
                </c:pt>
                <c:pt idx="3">
                  <c:v>Estimated Sourcing Effectivness</c:v>
                </c:pt>
                <c:pt idx="4">
                  <c:v>Sourcing Events Awarded</c:v>
                </c:pt>
              </c:strCache>
            </c:strRef>
          </c:cat>
          <c:val>
            <c:numRef>
              <c:f>Sourcing_Contracts!$E$4:$E$8</c:f>
              <c:numCache>
                <c:formatCode>0.0</c:formatCode>
                <c:ptCount val="5"/>
                <c:pt idx="0">
                  <c:v>2.2999999999999998</c:v>
                </c:pt>
                <c:pt idx="1">
                  <c:v>2.2000000000000002</c:v>
                </c:pt>
                <c:pt idx="2">
                  <c:v>2.2999999999999998</c:v>
                </c:pt>
                <c:pt idx="3">
                  <c:v>2.4</c:v>
                </c:pt>
                <c:pt idx="4">
                  <c:v>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52-42BC-8228-4A718C7831DA}"/>
            </c:ext>
          </c:extLst>
        </c:ser>
        <c:ser>
          <c:idx val="2"/>
          <c:order val="2"/>
          <c:tx>
            <c:strRef>
              <c:f>Sourcing_Contracts!$F$3</c:f>
              <c:strCache>
                <c:ptCount val="1"/>
                <c:pt idx="0">
                  <c:v>C1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Sourcing_Contracts!$C$4:$C$8</c:f>
              <c:strCache>
                <c:ptCount val="5"/>
                <c:pt idx="0">
                  <c:v># of Contracts</c:v>
                </c:pt>
                <c:pt idx="1">
                  <c:v>Contracts with Renewals</c:v>
                </c:pt>
                <c:pt idx="2">
                  <c:v>ePro Contracts with Spend</c:v>
                </c:pt>
                <c:pt idx="3">
                  <c:v>Estimated Sourcing Effectivness</c:v>
                </c:pt>
                <c:pt idx="4">
                  <c:v>Sourcing Events Awarded</c:v>
                </c:pt>
              </c:strCache>
            </c:strRef>
          </c:cat>
          <c:val>
            <c:numRef>
              <c:f>Sourcing_Contracts!$F$4:$F$8</c:f>
              <c:numCache>
                <c:formatCode>0.0</c:formatCode>
                <c:ptCount val="5"/>
                <c:pt idx="0">
                  <c:v>2.2000000000000002</c:v>
                </c:pt>
                <c:pt idx="1">
                  <c:v>4.2</c:v>
                </c:pt>
                <c:pt idx="2">
                  <c:v>3.3</c:v>
                </c:pt>
                <c:pt idx="3">
                  <c:v>0.4</c:v>
                </c:pt>
                <c:pt idx="4">
                  <c:v>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2-42BC-8228-4A718C7831DA}"/>
            </c:ext>
          </c:extLst>
        </c:ser>
        <c:ser>
          <c:idx val="3"/>
          <c:order val="3"/>
          <c:tx>
            <c:strRef>
              <c:f>Sourcing_Contracts!$G$3</c:f>
              <c:strCache>
                <c:ptCount val="1"/>
                <c:pt idx="0">
                  <c:v>C2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tx2"/>
              </a:solidFill>
              <a:ln w="9525">
                <a:noFill/>
              </a:ln>
              <a:effectLst/>
            </c:spPr>
          </c:marker>
          <c:cat>
            <c:strRef>
              <c:f>Sourcing_Contracts!$C$4:$C$8</c:f>
              <c:strCache>
                <c:ptCount val="5"/>
                <c:pt idx="0">
                  <c:v># of Contracts</c:v>
                </c:pt>
                <c:pt idx="1">
                  <c:v>Contracts with Renewals</c:v>
                </c:pt>
                <c:pt idx="2">
                  <c:v>ePro Contracts with Spend</c:v>
                </c:pt>
                <c:pt idx="3">
                  <c:v>Estimated Sourcing Effectivness</c:v>
                </c:pt>
                <c:pt idx="4">
                  <c:v>Sourcing Events Awarded</c:v>
                </c:pt>
              </c:strCache>
            </c:strRef>
          </c:cat>
          <c:val>
            <c:numRef>
              <c:f>Sourcing_Contracts!$G$4:$G$8</c:f>
              <c:numCache>
                <c:formatCode>0.0</c:formatCode>
                <c:ptCount val="5"/>
                <c:pt idx="0">
                  <c:v>2.1</c:v>
                </c:pt>
                <c:pt idx="1">
                  <c:v>3.3</c:v>
                </c:pt>
                <c:pt idx="2">
                  <c:v>2.9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52-42BC-8228-4A718C7831DA}"/>
            </c:ext>
          </c:extLst>
        </c:ser>
        <c:ser>
          <c:idx val="4"/>
          <c:order val="4"/>
          <c:tx>
            <c:strRef>
              <c:f>Sourcing_Contracts!$H$3</c:f>
              <c:strCache>
                <c:ptCount val="1"/>
                <c:pt idx="0">
                  <c:v>C3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Sourcing_Contracts!$C$4:$C$8</c:f>
              <c:strCache>
                <c:ptCount val="5"/>
                <c:pt idx="0">
                  <c:v># of Contracts</c:v>
                </c:pt>
                <c:pt idx="1">
                  <c:v>Contracts with Renewals</c:v>
                </c:pt>
                <c:pt idx="2">
                  <c:v>ePro Contracts with Spend</c:v>
                </c:pt>
                <c:pt idx="3">
                  <c:v>Estimated Sourcing Effectivness</c:v>
                </c:pt>
                <c:pt idx="4">
                  <c:v>Sourcing Events Awarded</c:v>
                </c:pt>
              </c:strCache>
            </c:strRef>
          </c:cat>
          <c:val>
            <c:numRef>
              <c:f>Sourcing_Contracts!$H$4:$H$8</c:f>
              <c:numCache>
                <c:formatCode>0.0</c:formatCode>
                <c:ptCount val="5"/>
                <c:pt idx="0">
                  <c:v>4</c:v>
                </c:pt>
                <c:pt idx="1">
                  <c:v>2.1</c:v>
                </c:pt>
                <c:pt idx="2">
                  <c:v>4.3</c:v>
                </c:pt>
                <c:pt idx="3">
                  <c:v>1.5</c:v>
                </c:pt>
                <c:pt idx="4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252-42BC-8228-4A718C7831DA}"/>
            </c:ext>
          </c:extLst>
        </c:ser>
        <c:ser>
          <c:idx val="5"/>
          <c:order val="5"/>
          <c:tx>
            <c:strRef>
              <c:f>Sourcing_Contracts!$I$3</c:f>
              <c:strCache>
                <c:ptCount val="1"/>
                <c:pt idx="0">
                  <c:v>C4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6"/>
              </a:solidFill>
              <a:ln w="22225">
                <a:solidFill>
                  <a:schemeClr val="accent6"/>
                </a:solidFill>
              </a:ln>
              <a:effectLst/>
            </c:spPr>
          </c:marker>
          <c:cat>
            <c:strRef>
              <c:f>Sourcing_Contracts!$C$4:$C$8</c:f>
              <c:strCache>
                <c:ptCount val="5"/>
                <c:pt idx="0">
                  <c:v># of Contracts</c:v>
                </c:pt>
                <c:pt idx="1">
                  <c:v>Contracts with Renewals</c:v>
                </c:pt>
                <c:pt idx="2">
                  <c:v>ePro Contracts with Spend</c:v>
                </c:pt>
                <c:pt idx="3">
                  <c:v>Estimated Sourcing Effectivness</c:v>
                </c:pt>
                <c:pt idx="4">
                  <c:v>Sourcing Events Awarded</c:v>
                </c:pt>
              </c:strCache>
            </c:strRef>
          </c:cat>
          <c:val>
            <c:numRef>
              <c:f>Sourcing_Contracts!$I$4:$I$8</c:f>
              <c:numCache>
                <c:formatCode>0.0</c:formatCode>
                <c:ptCount val="5"/>
                <c:pt idx="0">
                  <c:v>4</c:v>
                </c:pt>
                <c:pt idx="1">
                  <c:v>0</c:v>
                </c:pt>
                <c:pt idx="2">
                  <c:v>2.7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252-42BC-8228-4A718C7831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8613679"/>
        <c:axId val="2023389055"/>
      </c:lineChart>
      <c:catAx>
        <c:axId val="20286136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3389055"/>
        <c:crosses val="autoZero"/>
        <c:auto val="1"/>
        <c:lblAlgn val="ctr"/>
        <c:lblOffset val="100"/>
        <c:noMultiLvlLbl val="0"/>
      </c:catAx>
      <c:valAx>
        <c:axId val="2023389055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2028613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A372C06-018E-8F44-9F26-0A025598F8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AC1E96-EDBC-7749-8D74-63C3DB0427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92851-CFC2-B142-A06F-304719ECD8A6}" type="datetimeFigureOut">
              <a:rPr lang="de-DE" smtClean="0">
                <a:latin typeface="Inter Light" panose="020B0502030000000004" pitchFamily="34" charset="0"/>
              </a:rPr>
              <a:t>15.09.2025</a:t>
            </a:fld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34196E-2192-4D47-82C9-69DDA07A57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8F7B30-4AE7-3B4A-BD30-C8189521E5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6A5A9-84F4-B744-B45B-16B77B8D9750}" type="slidenum">
              <a:rPr lang="de-DE" smtClean="0">
                <a:latin typeface="Inter Light" panose="020B0502030000000004" pitchFamily="34" charset="0"/>
              </a:rPr>
              <a:t>‹#›</a:t>
            </a:fld>
            <a:endParaRPr lang="de-DE"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87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Inter Light" panose="020B0502030000000004" pitchFamily="34" charset="0"/>
              </a:defRPr>
            </a:lvl1pPr>
          </a:lstStyle>
          <a:p>
            <a:fld id="{E4449EF9-8593-C74D-8103-5A63D1847995}" type="datetimeFigureOut">
              <a:rPr lang="de-DE" smtClean="0"/>
              <a:pPr/>
              <a:t>15.09.2025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Inter Light" panose="020B0502030000000004" pitchFamily="34" charset="0"/>
              </a:defRPr>
            </a:lvl1pPr>
          </a:lstStyle>
          <a:p>
            <a:fld id="{FE37AFB0-7EC8-F842-A960-2AA586D7EC9F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849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E8A34F5-9782-784E-85B4-40B77F8DC845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Inter Light" panose="020B05020300000000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1547D3-3175-9940-B4A6-EAFD8C4DA7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3885" y="4453694"/>
            <a:ext cx="5443537" cy="94833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presentation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977A9B-67B4-D64E-A316-0EDFEAE0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9860" y="6356350"/>
            <a:ext cx="716740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F69FE080-025A-8A49-B0BC-E0BC998CD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603" y="5300662"/>
            <a:ext cx="5437187" cy="86464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C0AA07AF-1804-E54F-997E-C611C4E35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638" y="3932510"/>
            <a:ext cx="1692771" cy="330137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D9C7A84-F6F9-7E4B-9672-6B437E00D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9264" y="3932510"/>
            <a:ext cx="618108" cy="632483"/>
          </a:xfrm>
          <a:prstGeom prst="rect">
            <a:avLst/>
          </a:prstGeom>
        </p:spPr>
      </p:pic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66389EE9-1C60-4747-95C0-FADA80BD3D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75" y="692150"/>
            <a:ext cx="6051550" cy="3240088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AA893272-F20C-F649-B2E7-110D84D3E4B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3429000"/>
            <a:ext cx="4032250" cy="273685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90A45E4-FB12-534B-8AF1-DCEBCCB7A4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9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2162" userDrawn="1">
          <p15:clr>
            <a:srgbClr val="FBAE40"/>
          </p15:clr>
        </p15:guide>
        <p15:guide id="5" pos="2978" userDrawn="1">
          <p15:clr>
            <a:srgbClr val="FBAE40"/>
          </p15:clr>
        </p15:guide>
        <p15:guide id="6" pos="4702" userDrawn="1">
          <p15:clr>
            <a:srgbClr val="FBAE40"/>
          </p15:clr>
        </p15:guide>
        <p15:guide id="7" pos="1300" userDrawn="1">
          <p15:clr>
            <a:srgbClr val="FBAE40"/>
          </p15:clr>
        </p15:guide>
        <p15:guide id="8" pos="7242" userDrawn="1">
          <p15:clr>
            <a:srgbClr val="FBAE40"/>
          </p15:clr>
        </p15:guide>
        <p15:guide id="9" orient="horz" pos="436" userDrawn="1">
          <p15:clr>
            <a:srgbClr val="FBAE40"/>
          </p15:clr>
        </p15:guide>
        <p15:guide id="10" orient="horz" pos="3884" userDrawn="1">
          <p15:clr>
            <a:srgbClr val="FBAE40"/>
          </p15:clr>
        </p15:guide>
        <p15:guide id="11" pos="5541" userDrawn="1">
          <p15:clr>
            <a:srgbClr val="FBAE40"/>
          </p15:clr>
        </p15:guide>
        <p15:guide id="12" pos="640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D8A1501A-23E1-DF4C-9496-46C391F648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393" y="620688"/>
            <a:ext cx="3096344" cy="792088"/>
          </a:xfrm>
        </p:spPr>
        <p:txBody>
          <a:bodyPr>
            <a:noAutofit/>
          </a:bodyPr>
          <a:lstStyle>
            <a:lvl1pPr marL="0" indent="0" algn="l">
              <a:buNone/>
              <a:defRPr lang="de-AT" sz="4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Agenda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C4A5FB42-916A-BB4A-830C-84DB8A15E1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392" y="1412776"/>
            <a:ext cx="3096345" cy="521184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1FDE843-0CD8-F148-B72E-F2DEFB2D640C}"/>
              </a:ext>
            </a:extLst>
          </p:cNvPr>
          <p:cNvSpPr/>
          <p:nvPr userDrawn="1"/>
        </p:nvSpPr>
        <p:spPr>
          <a:xfrm>
            <a:off x="4740052" y="0"/>
            <a:ext cx="7464425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2167" y="3316930"/>
            <a:ext cx="618108" cy="632483"/>
          </a:xfrm>
          <a:prstGeom prst="rect">
            <a:avLst/>
          </a:prstGeom>
        </p:spPr>
      </p:pic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02257D4-848B-D44A-8549-B556DFE63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0" y="3949700"/>
            <a:ext cx="2654300" cy="1927225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endParaRPr lang="en-US" noProof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0B0C270-9F4D-2F4A-99C2-B7BDF0E188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7888" y="620688"/>
            <a:ext cx="1512168" cy="93665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01 I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0C1B047-CFC4-4A40-8DEC-0DA5E2BBCC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16080" y="706236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en-US" sz="1800" b="1" i="0" noProof="0" dirty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56A50F38-152D-8345-AEAB-2F1F4D231B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6080" y="980728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A96AB1DB-3E15-0E49-BF51-7A11DE6745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03531" y="1592336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02 I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AD323C2F-D458-134E-A6F5-54D720C794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31723" y="1663798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6F0E7A5D-87A7-5F47-AB48-F725332E17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1723" y="1952376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86461340-16FF-F64D-B3E4-B85421F14C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3531" y="2573337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03 I</a:t>
            </a:r>
          </a:p>
        </p:txBody>
      </p:sp>
      <p:sp>
        <p:nvSpPr>
          <p:cNvPr id="23" name="Textplatzhalter 16">
            <a:extLst>
              <a:ext uri="{FF2B5EF4-FFF2-40B4-BE49-F238E27FC236}">
                <a16:creationId xmlns:a16="http://schemas.microsoft.com/office/drawing/2014/main" id="{5C87084A-70B5-044C-9189-19B6952B03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1723" y="2644799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9C730FE1-31D8-DC4D-9839-758567609F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31723" y="2933377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2F88C776-2A84-4243-8B9C-5B32526D38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03531" y="3550160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04 I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EBBD9B7B-3C00-5243-BF6C-0ECF3036FC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31723" y="3621622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2A4DEFB4-445B-3E47-9C0C-0F208F2320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31723" y="3910200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86BC52F0-B100-9149-B078-340FFA1410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DEC065FB-B9C7-C945-AA58-BE5AF2FF0F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3531" y="4540490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05 I</a:t>
            </a:r>
          </a:p>
        </p:txBody>
      </p:sp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245C64C8-D13F-2F46-BC21-8701B651BF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1723" y="4611952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F90A3577-8A65-BF4B-A661-7A0894F368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31723" y="4900530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2672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 userDrawn="1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 userDrawn="1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 userDrawn="1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 userDrawn="1">
          <p15:clr>
            <a:srgbClr val="FBAE40"/>
          </p15:clr>
        </p15:guide>
        <p15:guide id="11" orient="horz" pos="2160" userDrawn="1">
          <p15:clr>
            <a:srgbClr val="FBAE40"/>
          </p15:clr>
        </p15:guide>
        <p15:guide id="12" orient="horz" pos="388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0164763" cy="502920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3117" y="5031940"/>
            <a:ext cx="618108" cy="63248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FD35CD4-AA6E-7B47-8FB1-EC60D71675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201" y="3429000"/>
            <a:ext cx="8043615" cy="27368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C141BA97-79D5-CA4E-8AC2-1554A56D9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944" y="3860502"/>
            <a:ext cx="1512168" cy="93665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4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01 I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4D08572-8384-1342-AA61-16EDD2C4F2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5944" y="4651890"/>
            <a:ext cx="7158608" cy="567809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break slide title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0393125-5AD4-944D-9C85-674F9AAECF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05944" y="5228654"/>
            <a:ext cx="7158608" cy="432594"/>
          </a:xfrm>
        </p:spPr>
        <p:txBody>
          <a:bodyPr>
            <a:noAutofit/>
          </a:bodyPr>
          <a:lstStyle>
            <a:lvl1pPr marL="0" indent="0">
              <a:buNone/>
              <a:defRPr lang="de-AT" sz="18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8541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3429000"/>
            <a:ext cx="4032250" cy="101268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5920" y="0"/>
            <a:ext cx="4788844" cy="616585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64764" y="4365104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9530177" y="0"/>
            <a:ext cx="2661824" cy="43651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4441684"/>
            <a:ext cx="4032250" cy="172416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</a:t>
            </a:r>
            <a:r>
              <a:rPr lang="en-US" noProof="0"/>
              <a:t> </a:t>
            </a:r>
            <a:r>
              <a:rPr lang="en-US" noProof="0" err="1"/>
              <a:t>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35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45345" y="1676120"/>
            <a:ext cx="8851330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5346" y="706871"/>
            <a:ext cx="8851330" cy="948334"/>
          </a:xfrm>
        </p:spPr>
        <p:txBody>
          <a:bodyPr anchor="t">
            <a:noAutofit/>
          </a:bodyPr>
          <a:lstStyle>
            <a:lvl1pPr>
              <a:defRPr sz="38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0" y="0"/>
            <a:ext cx="2072518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18183" y="692150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7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2" name="Bildplatzhalter 28">
            <a:extLst>
              <a:ext uri="{FF2B5EF4-FFF2-40B4-BE49-F238E27FC236}">
                <a16:creationId xmlns:a16="http://schemas.microsoft.com/office/drawing/2014/main" id="{481C37CD-CD6E-A742-9BEC-1FDC7D527E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696792"/>
            <a:ext cx="4032249" cy="4825082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5" y="1676120"/>
            <a:ext cx="5400675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400674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2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1" y="1655205"/>
            <a:ext cx="2063750" cy="4503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2" name="Bildplatzhalter 28">
            <a:extLst>
              <a:ext uri="{FF2B5EF4-FFF2-40B4-BE49-F238E27FC236}">
                <a16:creationId xmlns:a16="http://schemas.microsoft.com/office/drawing/2014/main" id="{481C37CD-CD6E-A742-9BEC-1FDC7D527E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95325" y="706871"/>
            <a:ext cx="4032250" cy="4810361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676120"/>
            <a:ext cx="5400675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706871"/>
            <a:ext cx="5384633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09467" y="706871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500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37" userDrawn="1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2174" y="2197926"/>
            <a:ext cx="8064501" cy="349424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2175" y="706871"/>
            <a:ext cx="8064501" cy="948334"/>
          </a:xfrm>
        </p:spPr>
        <p:txBody>
          <a:bodyPr anchor="t">
            <a:noAutofit/>
          </a:bodyPr>
          <a:lstStyle>
            <a:lvl1pPr>
              <a:defRPr sz="36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0" y="2222202"/>
            <a:ext cx="2063750" cy="3469963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BBBAECD4-3517-C546-914C-924B16E98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-6669"/>
            <a:ext cx="2387600" cy="2229172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80E6665-1E0B-CB41-8E75-6F470723895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3801" y="582585"/>
            <a:ext cx="1080000" cy="1056451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Product Icon</a:t>
            </a:r>
          </a:p>
        </p:txBody>
      </p:sp>
      <p:pic>
        <p:nvPicPr>
          <p:cNvPr id="11" name="Grafik 13">
            <a:extLst>
              <a:ext uri="{FF2B5EF4-FFF2-40B4-BE49-F238E27FC236}">
                <a16:creationId xmlns:a16="http://schemas.microsoft.com/office/drawing/2014/main" id="{064935B4-103A-7F4A-9792-42589D1816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63750" y="2222203"/>
            <a:ext cx="618108" cy="632483"/>
          </a:xfrm>
          <a:prstGeom prst="rect">
            <a:avLst/>
          </a:prstGeom>
        </p:spPr>
      </p:pic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AE3EBC98-CC52-6947-AAFC-7FB7959AC3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2174" y="1655205"/>
            <a:ext cx="8064501" cy="54272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</p:spTree>
    <p:extLst>
      <p:ext uri="{BB962C8B-B14F-4D97-AF65-F5344CB8AC3E}">
        <p14:creationId xmlns:p14="http://schemas.microsoft.com/office/powerpoint/2010/main" val="3205901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FB13EB2-2DF8-9045-814C-195F952B3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825" y="706871"/>
            <a:ext cx="10781808" cy="948334"/>
          </a:xfrm>
        </p:spPr>
        <p:txBody>
          <a:bodyPr anchor="t">
            <a:norm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23">
            <a:extLst>
              <a:ext uri="{FF2B5EF4-FFF2-40B4-BE49-F238E27FC236}">
                <a16:creationId xmlns:a16="http://schemas.microsoft.com/office/drawing/2014/main" id="{AC7C0C5F-0FB0-DE41-8FC6-A25DDE3ADCDB}"/>
              </a:ext>
            </a:extLst>
          </p:cNvPr>
          <p:cNvSpPr/>
          <p:nvPr userDrawn="1"/>
        </p:nvSpPr>
        <p:spPr>
          <a:xfrm>
            <a:off x="9404726" y="1717712"/>
            <a:ext cx="2075906" cy="15796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Bildplatzhalter 28">
            <a:extLst>
              <a:ext uri="{FF2B5EF4-FFF2-40B4-BE49-F238E27FC236}">
                <a16:creationId xmlns:a16="http://schemas.microsoft.com/office/drawing/2014/main" id="{8C12E5FA-4F9D-624D-965C-857BEDB692F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49826" y="1929789"/>
            <a:ext cx="4170007" cy="2007809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23" name="Grafik 16">
            <a:extLst>
              <a:ext uri="{FF2B5EF4-FFF2-40B4-BE49-F238E27FC236}">
                <a16:creationId xmlns:a16="http://schemas.microsoft.com/office/drawing/2014/main" id="{631567EF-9AEF-0F4F-8A8E-451D9ABADF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0146" y="3499070"/>
            <a:ext cx="428568" cy="438535"/>
          </a:xfrm>
          <a:prstGeom prst="rect">
            <a:avLst/>
          </a:prstGeom>
        </p:spPr>
      </p:pic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B36DEFA1-5170-BC4D-B865-A8508E4CF7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54955" y="4776717"/>
            <a:ext cx="4825678" cy="130585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 mus.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984DDD30-51E0-9E40-90F4-AD6B46585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4955" y="4211372"/>
            <a:ext cx="482567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7" name="Rechteck 23">
            <a:extLst>
              <a:ext uri="{FF2B5EF4-FFF2-40B4-BE49-F238E27FC236}">
                <a16:creationId xmlns:a16="http://schemas.microsoft.com/office/drawing/2014/main" id="{901A38BD-4623-AD41-8056-C44EA4A387AB}"/>
              </a:ext>
            </a:extLst>
          </p:cNvPr>
          <p:cNvSpPr/>
          <p:nvPr userDrawn="1"/>
        </p:nvSpPr>
        <p:spPr>
          <a:xfrm>
            <a:off x="3453725" y="1717712"/>
            <a:ext cx="2075906" cy="15796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05B6F911-DD56-F74A-811E-51302704E4A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98825" y="1929789"/>
            <a:ext cx="4170007" cy="2007809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30" name="Grafik 16">
            <a:extLst>
              <a:ext uri="{FF2B5EF4-FFF2-40B4-BE49-F238E27FC236}">
                <a16:creationId xmlns:a16="http://schemas.microsoft.com/office/drawing/2014/main" id="{0F101DB9-7A0C-9F4E-971C-515BA88EFD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0264" y="3497638"/>
            <a:ext cx="428568" cy="438535"/>
          </a:xfrm>
          <a:prstGeom prst="rect">
            <a:avLst/>
          </a:prstGeom>
        </p:spPr>
      </p:pic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BB7901D8-F486-D844-8E2B-5DF6F04D1B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954" y="4776717"/>
            <a:ext cx="4825678" cy="130585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</a:t>
            </a:r>
            <a:r>
              <a:rPr lang="en-US" noProof="0" err="1"/>
              <a:t>cmus</a:t>
            </a:r>
            <a:r>
              <a:rPr lang="en-US" noProof="0"/>
              <a:t>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BC26AA26-D623-104C-822B-139E9B90B2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3954" y="4211372"/>
            <a:ext cx="482567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09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37" userDrawn="1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7">
            <a:extLst>
              <a:ext uri="{FF2B5EF4-FFF2-40B4-BE49-F238E27FC236}">
                <a16:creationId xmlns:a16="http://schemas.microsoft.com/office/drawing/2014/main" id="{1D733289-CD2B-FA46-AB3C-35BF5E385E5F}"/>
              </a:ext>
            </a:extLst>
          </p:cNvPr>
          <p:cNvSpPr/>
          <p:nvPr userDrawn="1"/>
        </p:nvSpPr>
        <p:spPr>
          <a:xfrm>
            <a:off x="6462083" y="1741"/>
            <a:ext cx="5729917" cy="616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5" name="Rechteck 23">
            <a:extLst>
              <a:ext uri="{FF2B5EF4-FFF2-40B4-BE49-F238E27FC236}">
                <a16:creationId xmlns:a16="http://schemas.microsoft.com/office/drawing/2014/main" id="{344D22FB-C279-9245-B22E-24DAA0810E87}"/>
              </a:ext>
            </a:extLst>
          </p:cNvPr>
          <p:cNvSpPr/>
          <p:nvPr userDrawn="1"/>
        </p:nvSpPr>
        <p:spPr>
          <a:xfrm rot="5400000">
            <a:off x="9589944" y="3561660"/>
            <a:ext cx="1259510" cy="3944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325" y="1676120"/>
            <a:ext cx="5034593" cy="320862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 mus.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  <a:p>
            <a:pPr lvl="0"/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034592" cy="948334"/>
          </a:xfrm>
        </p:spPr>
        <p:txBody>
          <a:bodyPr anchor="t">
            <a:noAutofit/>
          </a:bodyPr>
          <a:lstStyle>
            <a:lvl1pPr>
              <a:defRPr sz="3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1676120"/>
            <a:ext cx="618108" cy="632483"/>
          </a:xfrm>
          <a:prstGeom prst="rect">
            <a:avLst/>
          </a:prstGeom>
        </p:spPr>
      </p:pic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DB7F2B7-818A-004A-82D6-2B410E0EDE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4944" y="1676121"/>
            <a:ext cx="4342872" cy="244329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1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– Lorem Ipsum</a:t>
            </a:r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8A81050F-6C4D-1C49-A22F-EFF21799FBF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6338" y="51726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6B4C3EB3-E682-6A4B-A153-213FB736B2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6338" y="55191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effectLst/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9FFB60-BF70-BC49-B6E5-1C423D829DB7}"/>
              </a:ext>
            </a:extLst>
          </p:cNvPr>
          <p:cNvGrpSpPr/>
          <p:nvPr userDrawn="1"/>
        </p:nvGrpSpPr>
        <p:grpSpPr>
          <a:xfrm>
            <a:off x="10156131" y="706871"/>
            <a:ext cx="1331913" cy="573289"/>
            <a:chOff x="7464425" y="706871"/>
            <a:chExt cx="1331913" cy="57328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F62CC0-FBBF-8140-9D87-5711A5E91CE6}"/>
                </a:ext>
              </a:extLst>
            </p:cNvPr>
            <p:cNvSpPr/>
            <p:nvPr/>
          </p:nvSpPr>
          <p:spPr>
            <a:xfrm>
              <a:off x="7464425" y="706871"/>
              <a:ext cx="1331913" cy="573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noProof="0">
                <a:latin typeface="Inter Light" panose="020B05020300000000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200E6A-C575-B54A-B390-31DC7A23B2BE}"/>
                </a:ext>
              </a:extLst>
            </p:cNvPr>
            <p:cNvSpPr txBox="1"/>
            <p:nvPr/>
          </p:nvSpPr>
          <p:spPr>
            <a:xfrm>
              <a:off x="7703020" y="808849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noProof="0">
                  <a:solidFill>
                    <a:schemeClr val="tx2"/>
                  </a:solidFill>
                  <a:latin typeface="Inter Light" panose="020B0502030000000004" pitchFamily="34" charset="0"/>
                  <a:ea typeface="Inter Light" panose="020B0502030000000004" pitchFamily="34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437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4727575" y="0"/>
            <a:ext cx="7464426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30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7575" y="5532975"/>
            <a:ext cx="618108" cy="632483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32382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.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05408D-0C52-BA4B-BFAB-4A268C3CCE4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345113" y="692150"/>
            <a:ext cx="6153150" cy="44894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29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0" y="-1"/>
            <a:ext cx="12191999" cy="61658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2518" y="2072873"/>
            <a:ext cx="8101013" cy="632483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solidFill>
                  <a:schemeClr val="bg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2517" y="2791081"/>
            <a:ext cx="8101013" cy="22521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Donec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quam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felis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ultricies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nec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pellentesque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eu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pretium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quis</a:t>
            </a:r>
            <a:r>
              <a:rPr lang="en-US" noProof="0">
                <a:effectLst/>
                <a:latin typeface="Inter Light" panose="020B0502030000000004" pitchFamily="34" charset="0"/>
              </a:rPr>
              <a:t>, sem.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C61DF0A-B27F-AE43-A430-842599A93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534401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01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1F23-83DA-8D42-882B-C0F4F80B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1B2D9-1D42-B541-9CA5-E2EEF6157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EEBCF-8458-8E42-A68A-A467DF033D8C}"/>
              </a:ext>
            </a:extLst>
          </p:cNvPr>
          <p:cNvSpPr/>
          <p:nvPr userDrawn="1"/>
        </p:nvSpPr>
        <p:spPr>
          <a:xfrm>
            <a:off x="3432175" y="5298284"/>
            <a:ext cx="8064500" cy="86756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12">
            <a:extLst>
              <a:ext uri="{FF2B5EF4-FFF2-40B4-BE49-F238E27FC236}">
                <a16:creationId xmlns:a16="http://schemas.microsoft.com/office/drawing/2014/main" id="{5F42F3CF-5E38-C042-AE95-EB59B6318783}"/>
              </a:ext>
            </a:extLst>
          </p:cNvPr>
          <p:cNvSpPr/>
          <p:nvPr userDrawn="1"/>
        </p:nvSpPr>
        <p:spPr>
          <a:xfrm>
            <a:off x="0" y="1700416"/>
            <a:ext cx="3432175" cy="4465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A7188130-A548-2845-971B-EDFCC30D20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32175" y="5298284"/>
            <a:ext cx="847848" cy="86756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D533CC-15CD-D042-AB32-3C789CA3130E}"/>
              </a:ext>
            </a:extLst>
          </p:cNvPr>
          <p:cNvGrpSpPr/>
          <p:nvPr userDrawn="1"/>
        </p:nvGrpSpPr>
        <p:grpSpPr>
          <a:xfrm>
            <a:off x="608446" y="2147689"/>
            <a:ext cx="6039593" cy="3294323"/>
            <a:chOff x="608446" y="2147689"/>
            <a:chExt cx="5602009" cy="3055641"/>
          </a:xfrm>
        </p:grpSpPr>
        <p:pic>
          <p:nvPicPr>
            <p:cNvPr id="8" name="Grafik 9">
              <a:extLst>
                <a:ext uri="{FF2B5EF4-FFF2-40B4-BE49-F238E27FC236}">
                  <a16:creationId xmlns:a16="http://schemas.microsoft.com/office/drawing/2014/main" id="{8581A218-7C48-F940-88C8-79DD11C3A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46" y="2147689"/>
              <a:ext cx="5602009" cy="3055641"/>
            </a:xfrm>
            <a:prstGeom prst="rect">
              <a:avLst/>
            </a:prstGeom>
          </p:spPr>
        </p:pic>
        <p:sp>
          <p:nvSpPr>
            <p:cNvPr id="9" name="Bildplatzhalter 4">
              <a:extLst>
                <a:ext uri="{FF2B5EF4-FFF2-40B4-BE49-F238E27FC236}">
                  <a16:creationId xmlns:a16="http://schemas.microsoft.com/office/drawing/2014/main" id="{57D8E273-1370-6C46-9F2F-16E134A637A4}"/>
                </a:ext>
              </a:extLst>
            </p:cNvPr>
            <p:cNvSpPr txBox="1">
              <a:spLocks/>
            </p:cNvSpPr>
            <p:nvPr/>
          </p:nvSpPr>
          <p:spPr>
            <a:xfrm>
              <a:off x="1429985" y="2497257"/>
              <a:ext cx="3962216" cy="2236023"/>
            </a:xfrm>
            <a:prstGeom prst="roundRect">
              <a:avLst>
                <a:gd name="adj" fmla="val 158"/>
              </a:avLst>
            </a:prstGeom>
            <a:solidFill>
              <a:schemeClr val="bg2">
                <a:lumMod val="90000"/>
              </a:schemeClr>
            </a:solidFill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i="0" kern="1200" baseline="0">
                  <a:solidFill>
                    <a:schemeClr val="tx1"/>
                  </a:solidFill>
                  <a:latin typeface="Inter Light" panose="020B0502030000000004" pitchFamily="34" charset="0"/>
                  <a:ea typeface="Inter Light" panose="020B0502030000000004" pitchFamily="34" charset="0"/>
                  <a:cs typeface="Inter Light" panose="02000403000000020004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16:9 Image Size</a:t>
              </a:r>
            </a:p>
          </p:txBody>
        </p:sp>
      </p:grpSp>
      <p:sp>
        <p:nvSpPr>
          <p:cNvPr id="10" name="Untertitel 2">
            <a:extLst>
              <a:ext uri="{FF2B5EF4-FFF2-40B4-BE49-F238E27FC236}">
                <a16:creationId xmlns:a16="http://schemas.microsoft.com/office/drawing/2014/main" id="{52DD916E-F58E-EC4D-8208-58FCF447BDAC}"/>
              </a:ext>
            </a:extLst>
          </p:cNvPr>
          <p:cNvSpPr txBox="1">
            <a:spLocks/>
          </p:cNvSpPr>
          <p:nvPr userDrawn="1"/>
        </p:nvSpPr>
        <p:spPr>
          <a:xfrm>
            <a:off x="7345680" y="1850058"/>
            <a:ext cx="4152135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2800" b="1" i="0" kern="1200" baseline="0" smtClean="0">
                <a:solidFill>
                  <a:schemeClr val="tx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Lorem ipsum dolor sit </a:t>
            </a:r>
            <a:r>
              <a:rPr lang="en-US" sz="1600" err="1"/>
              <a:t>amet</a:t>
            </a:r>
            <a:r>
              <a:rPr lang="en-US" sz="1600"/>
              <a:t>, </a:t>
            </a:r>
            <a:r>
              <a:rPr lang="en-US" sz="1600" err="1"/>
              <a:t>consect</a:t>
            </a:r>
            <a:endParaRPr lang="en-US" sz="160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A4273B47-F90D-8B44-B6A8-4587881AC76F}"/>
              </a:ext>
            </a:extLst>
          </p:cNvPr>
          <p:cNvSpPr txBox="1">
            <a:spLocks/>
          </p:cNvSpPr>
          <p:nvPr userDrawn="1"/>
        </p:nvSpPr>
        <p:spPr>
          <a:xfrm>
            <a:off x="7345680" y="21741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2" name="Grafik 16">
            <a:extLst>
              <a:ext uri="{FF2B5EF4-FFF2-40B4-BE49-F238E27FC236}">
                <a16:creationId xmlns:a16="http://schemas.microsoft.com/office/drawing/2014/main" id="{1E29F6EB-4239-2249-BBA6-800347B751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226980"/>
            <a:ext cx="295491" cy="297582"/>
          </a:xfrm>
          <a:prstGeom prst="rect">
            <a:avLst/>
          </a:prstGeom>
        </p:spPr>
      </p:pic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E6007112-86C1-BE49-9ACB-85B59C41C940}"/>
              </a:ext>
            </a:extLst>
          </p:cNvPr>
          <p:cNvSpPr txBox="1">
            <a:spLocks/>
          </p:cNvSpPr>
          <p:nvPr userDrawn="1"/>
        </p:nvSpPr>
        <p:spPr>
          <a:xfrm>
            <a:off x="7345680" y="2776955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4" name="Grafik 16">
            <a:extLst>
              <a:ext uri="{FF2B5EF4-FFF2-40B4-BE49-F238E27FC236}">
                <a16:creationId xmlns:a16="http://schemas.microsoft.com/office/drawing/2014/main" id="{22574392-9496-9046-959C-C7649FE416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829792"/>
            <a:ext cx="295491" cy="297582"/>
          </a:xfrm>
          <a:prstGeom prst="rect">
            <a:avLst/>
          </a:prstGeom>
        </p:spPr>
      </p:pic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BC679538-16F2-724F-A0EF-D99FA3D33251}"/>
              </a:ext>
            </a:extLst>
          </p:cNvPr>
          <p:cNvSpPr txBox="1">
            <a:spLocks/>
          </p:cNvSpPr>
          <p:nvPr userDrawn="1"/>
        </p:nvSpPr>
        <p:spPr>
          <a:xfrm>
            <a:off x="7345680" y="3374999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6" name="Grafik 16">
            <a:extLst>
              <a:ext uri="{FF2B5EF4-FFF2-40B4-BE49-F238E27FC236}">
                <a16:creationId xmlns:a16="http://schemas.microsoft.com/office/drawing/2014/main" id="{1B1C63CA-180F-AC45-AB88-D2FE476CD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3427836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6AB0E6BB-9957-364D-99BE-57AF609FBE5B}"/>
              </a:ext>
            </a:extLst>
          </p:cNvPr>
          <p:cNvSpPr txBox="1">
            <a:spLocks/>
          </p:cNvSpPr>
          <p:nvPr userDrawn="1"/>
        </p:nvSpPr>
        <p:spPr>
          <a:xfrm>
            <a:off x="7345680" y="39730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8" name="Grafik 16">
            <a:extLst>
              <a:ext uri="{FF2B5EF4-FFF2-40B4-BE49-F238E27FC236}">
                <a16:creationId xmlns:a16="http://schemas.microsoft.com/office/drawing/2014/main" id="{B07D0549-35E5-F94C-AA5B-24FE58C0D2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025880"/>
            <a:ext cx="295491" cy="297582"/>
          </a:xfrm>
          <a:prstGeom prst="rect">
            <a:avLst/>
          </a:prstGeom>
        </p:spPr>
      </p:pic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82912617-AB8A-2B40-AE58-587A1242A7F1}"/>
              </a:ext>
            </a:extLst>
          </p:cNvPr>
          <p:cNvSpPr txBox="1">
            <a:spLocks/>
          </p:cNvSpPr>
          <p:nvPr userDrawn="1"/>
        </p:nvSpPr>
        <p:spPr>
          <a:xfrm>
            <a:off x="4727576" y="5444353"/>
            <a:ext cx="6519546" cy="6046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</a:t>
            </a:r>
            <a:r>
              <a:rPr lang="en-US" sz="16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, </a:t>
            </a:r>
            <a:r>
              <a:rPr lang="en-US" sz="16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consectetuer</a:t>
            </a:r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.</a:t>
            </a:r>
            <a:br>
              <a:rPr lang="en-US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</a:br>
            <a:r>
              <a:rPr lang="en-GB" sz="1200" err="1"/>
              <a:t>Tuis</a:t>
            </a:r>
            <a:r>
              <a:rPr lang="en-GB" sz="1200"/>
              <a:t> </a:t>
            </a:r>
            <a:r>
              <a:rPr lang="en-GB" sz="1200" err="1"/>
              <a:t>nostrud</a:t>
            </a:r>
            <a:r>
              <a:rPr lang="en-GB" sz="1200"/>
              <a:t> exercitation </a:t>
            </a:r>
            <a:r>
              <a:rPr lang="en-GB" sz="1200" err="1"/>
              <a:t>ullamco</a:t>
            </a:r>
            <a:r>
              <a:rPr lang="en-GB" sz="1200"/>
              <a:t> </a:t>
            </a:r>
            <a:r>
              <a:rPr lang="en-GB" sz="1200" err="1"/>
              <a:t>laboris</a:t>
            </a:r>
            <a:r>
              <a:rPr lang="en-GB" sz="1200"/>
              <a:t> nisi </a:t>
            </a:r>
            <a:r>
              <a:rPr lang="en-GB" sz="1200" err="1"/>
              <a:t>ut</a:t>
            </a:r>
            <a:r>
              <a:rPr lang="en-GB" sz="1200"/>
              <a:t> </a:t>
            </a:r>
            <a:r>
              <a:rPr lang="en-GB" sz="1200" err="1"/>
              <a:t>aliquip</a:t>
            </a:r>
            <a:r>
              <a:rPr lang="en-GB" sz="1200"/>
              <a:t> ex </a:t>
            </a:r>
            <a:r>
              <a:rPr lang="en-GB" sz="1200" err="1"/>
              <a:t>ea</a:t>
            </a:r>
            <a:r>
              <a:rPr lang="en-GB" sz="1200"/>
              <a:t> </a:t>
            </a:r>
            <a:r>
              <a:rPr lang="en-GB" sz="1200" err="1"/>
              <a:t>commodo</a:t>
            </a:r>
            <a:r>
              <a:rPr lang="en-GB" sz="1200"/>
              <a:t> </a:t>
            </a:r>
            <a:r>
              <a:rPr lang="en-GB" sz="1200" err="1"/>
              <a:t>consequat</a:t>
            </a:r>
            <a:r>
              <a:rPr lang="en-GB" sz="1200"/>
              <a:t>.</a:t>
            </a:r>
            <a:endParaRPr lang="en-US" sz="1200"/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9AAFCE41-682D-4847-995E-31DBFAE5C611}"/>
              </a:ext>
            </a:extLst>
          </p:cNvPr>
          <p:cNvSpPr txBox="1">
            <a:spLocks/>
          </p:cNvSpPr>
          <p:nvPr userDrawn="1"/>
        </p:nvSpPr>
        <p:spPr>
          <a:xfrm>
            <a:off x="7345680" y="4573700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21" name="Grafik 16">
            <a:extLst>
              <a:ext uri="{FF2B5EF4-FFF2-40B4-BE49-F238E27FC236}">
                <a16:creationId xmlns:a16="http://schemas.microsoft.com/office/drawing/2014/main" id="{C9324809-E0A9-7442-8BEA-FC848611E2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626537"/>
            <a:ext cx="295491" cy="29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4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Highlight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78230" y="5533367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8796338" y="0"/>
            <a:ext cx="3395663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24442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82D85E3-DA11-8B46-A49C-040CEA5890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09498" y="1284148"/>
            <a:ext cx="8115915" cy="4426863"/>
          </a:xfrm>
          <a:prstGeom prst="rect">
            <a:avLst/>
          </a:prstGeom>
        </p:spPr>
      </p:pic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0029B0E-C998-D743-AB02-F0ECE4370E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99704" y="1790585"/>
            <a:ext cx="5740264" cy="3239441"/>
          </a:xfrm>
          <a:prstGeom prst="roundRect">
            <a:avLst>
              <a:gd name="adj" fmla="val 15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16:9 Image Size</a:t>
            </a:r>
          </a:p>
        </p:txBody>
      </p:sp>
    </p:spTree>
    <p:extLst>
      <p:ext uri="{BB962C8B-B14F-4D97-AF65-F5344CB8AC3E}">
        <p14:creationId xmlns:p14="http://schemas.microsoft.com/office/powerpoint/2010/main" val="2391990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Highlight 16: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78230" y="5533367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8796338" y="0"/>
            <a:ext cx="3395663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24442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82D85E3-DA11-8B46-A49C-040CEA5890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83" r="14281"/>
          <a:stretch/>
        </p:blipFill>
        <p:spPr>
          <a:xfrm>
            <a:off x="2982577" y="1272327"/>
            <a:ext cx="9209423" cy="4401102"/>
          </a:xfrm>
          <a:prstGeom prst="rect">
            <a:avLst/>
          </a:prstGeom>
        </p:spPr>
      </p:pic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0029B0E-C998-D743-AB02-F0ECE4370E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37176" y="1457002"/>
            <a:ext cx="5848241" cy="3646415"/>
          </a:xfrm>
          <a:prstGeom prst="roundRect">
            <a:avLst>
              <a:gd name="adj" fmla="val 15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16:10 Image Size</a:t>
            </a:r>
          </a:p>
        </p:txBody>
      </p:sp>
    </p:spTree>
    <p:extLst>
      <p:ext uri="{BB962C8B-B14F-4D97-AF65-F5344CB8AC3E}">
        <p14:creationId xmlns:p14="http://schemas.microsoft.com/office/powerpoint/2010/main" val="298386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2603" y="2230532"/>
            <a:ext cx="4765289" cy="308392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Donec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quam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felis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ultricies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nec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pellentesque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eu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pretium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quis</a:t>
            </a:r>
            <a:r>
              <a:rPr lang="en-US" noProof="0">
                <a:effectLst/>
                <a:latin typeface="Inter Light" panose="020B0502030000000004" pitchFamily="34" charset="0"/>
              </a:rPr>
              <a:t>, sem.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DE2EE53-1292-BC4E-9309-594F1D9BD3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603" y="1678679"/>
            <a:ext cx="5383397" cy="54272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60C6BD9-FBA5-BA47-9E00-3B9E68B4D1C6}"/>
              </a:ext>
            </a:extLst>
          </p:cNvPr>
          <p:cNvSpPr/>
          <p:nvPr userDrawn="1"/>
        </p:nvSpPr>
        <p:spPr>
          <a:xfrm>
            <a:off x="7032104" y="1741"/>
            <a:ext cx="5159896" cy="6161973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8F1B7B0-629F-5F45-9F40-1736554F3C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874341"/>
            <a:ext cx="275784" cy="282198"/>
          </a:xfrm>
          <a:prstGeom prst="rect">
            <a:avLst/>
          </a:prstGeom>
        </p:spPr>
      </p:pic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59C56F59-0593-0140-8174-F79A35E92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760" y="836712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85CA445-BD8C-4D48-A8F9-E26A2382B6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1760566"/>
            <a:ext cx="275784" cy="282198"/>
          </a:xfrm>
          <a:prstGeom prst="rect">
            <a:avLst/>
          </a:prstGeom>
        </p:spPr>
      </p:pic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CD103572-2EC5-D449-8808-338668EF00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6760" y="1722937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F00C5A1-A368-7840-AEFB-E6B8AFC3B6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2661228"/>
            <a:ext cx="275784" cy="28219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C501074-292C-9645-B969-F7E5A1D377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3555385"/>
            <a:ext cx="275784" cy="282198"/>
          </a:xfrm>
          <a:prstGeom prst="rect">
            <a:avLst/>
          </a:prstGeom>
        </p:spPr>
      </p:pic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32594337-0E84-5340-BDB1-166D98A724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26760" y="3517756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B5F19328-F443-4240-BC4D-78B6D4CFB3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07968" y="3933056"/>
            <a:ext cx="1866920" cy="188844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5757C168-67C4-5241-BEB9-5861FD63E7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951984" y="4149080"/>
            <a:ext cx="1572085" cy="147095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3D077757-7A05-7348-87D3-F5BD278A8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5400675" cy="986529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8" name="Textplatzhalter 14">
            <a:extLst>
              <a:ext uri="{FF2B5EF4-FFF2-40B4-BE49-F238E27FC236}">
                <a16:creationId xmlns:a16="http://schemas.microsoft.com/office/drawing/2014/main" id="{1902E21D-B4B0-6A4A-ACA3-F85E0AE9C6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25619" y="2623510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</p:spTree>
    <p:extLst>
      <p:ext uri="{BB962C8B-B14F-4D97-AF65-F5344CB8AC3E}">
        <p14:creationId xmlns:p14="http://schemas.microsoft.com/office/powerpoint/2010/main" val="998333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8F8AF4C9-A866-FF49-A464-745511D34FB6}"/>
              </a:ext>
            </a:extLst>
          </p:cNvPr>
          <p:cNvSpPr/>
          <p:nvPr userDrawn="1"/>
        </p:nvSpPr>
        <p:spPr>
          <a:xfrm>
            <a:off x="1905645" y="2256457"/>
            <a:ext cx="4176539" cy="366838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B74080ED-0915-5243-8991-0C6EA703C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5720" y="1556791"/>
            <a:ext cx="4176464" cy="699665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688124"/>
            <a:ext cx="10801351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3B57BCE5-52E0-C740-AD82-03BC7F4615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56608" y="1667089"/>
            <a:ext cx="3888432" cy="454053"/>
          </a:xfrm>
        </p:spPr>
        <p:txBody>
          <a:bodyPr anchor="ctr">
            <a:norm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0A8759BD-EE3B-C24C-9512-18492B39CA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9261" y="4597367"/>
            <a:ext cx="1311136" cy="122413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F5C3518B-3696-5E43-8121-4A4324CBAB5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5440" y="4732680"/>
            <a:ext cx="1104074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24DB6B5-7A51-9F48-B33D-F43E7D544441}"/>
              </a:ext>
            </a:extLst>
          </p:cNvPr>
          <p:cNvSpPr/>
          <p:nvPr userDrawn="1"/>
        </p:nvSpPr>
        <p:spPr>
          <a:xfrm>
            <a:off x="7320136" y="2256457"/>
            <a:ext cx="4176539" cy="366838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sp>
        <p:nvSpPr>
          <p:cNvPr id="29" name="Textplatzhalter 4">
            <a:extLst>
              <a:ext uri="{FF2B5EF4-FFF2-40B4-BE49-F238E27FC236}">
                <a16:creationId xmlns:a16="http://schemas.microsoft.com/office/drawing/2014/main" id="{2399B56C-E8E4-AF48-BAFE-057A2C60DF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20211" y="1556792"/>
            <a:ext cx="4176464" cy="69966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D4E749A8-DFB3-4D49-B194-BBFCD33805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1099" y="1667089"/>
            <a:ext cx="3888432" cy="454053"/>
          </a:xfrm>
        </p:spPr>
        <p:txBody>
          <a:bodyPr anchor="ctr">
            <a:norm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42" name="Textplatzhalter 4">
            <a:extLst>
              <a:ext uri="{FF2B5EF4-FFF2-40B4-BE49-F238E27FC236}">
                <a16:creationId xmlns:a16="http://schemas.microsoft.com/office/drawing/2014/main" id="{E564CEC0-275B-6941-B814-0CD1665C65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752" y="4597367"/>
            <a:ext cx="1311136" cy="122413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1483384A-626D-224E-8B5A-BA95C0E844D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469931" y="4732680"/>
            <a:ext cx="1104074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Textplatzhalter 16">
            <a:extLst>
              <a:ext uri="{FF2B5EF4-FFF2-40B4-BE49-F238E27FC236}">
                <a16:creationId xmlns:a16="http://schemas.microsoft.com/office/drawing/2014/main" id="{14EE972E-8AAA-D748-80CD-4D708966C4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03513" y="2453771"/>
            <a:ext cx="3556381" cy="15549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E6A921-5E8D-4643-AD96-8B7B02C667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30506" y="4295034"/>
            <a:ext cx="2932544" cy="134348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6DA85B05-551B-8040-9D84-30EC411559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24195" y="2453771"/>
            <a:ext cx="3556381" cy="15549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</a:p>
        </p:txBody>
      </p: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2E8669AF-CE2A-E540-9F8C-041D1699AF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51188" y="4295034"/>
            <a:ext cx="2932544" cy="1343483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</p:txBody>
      </p:sp>
    </p:spTree>
    <p:extLst>
      <p:ext uri="{BB962C8B-B14F-4D97-AF65-F5344CB8AC3E}">
        <p14:creationId xmlns:p14="http://schemas.microsoft.com/office/powerpoint/2010/main" val="28252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6151" y="254833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3507098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4477965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5442781"/>
            <a:ext cx="295491" cy="297582"/>
          </a:xfrm>
          <a:prstGeom prst="rect">
            <a:avLst/>
          </a:prstGeom>
        </p:spPr>
      </p:pic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7A255AB6-F7C6-2D44-942F-68BBAA90CF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6151" y="350709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1FE6BF73-E03D-1543-AAB0-B616829D0E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6151" y="447796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5BAB2006-7F25-3A4A-9639-51C32B2AB4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6151" y="544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5" name="Textplatzhalter 16">
            <a:extLst>
              <a:ext uri="{FF2B5EF4-FFF2-40B4-BE49-F238E27FC236}">
                <a16:creationId xmlns:a16="http://schemas.microsoft.com/office/drawing/2014/main" id="{4349A6AC-B0AC-414F-8744-24DD4807E0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18514" y="254833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36" name="Grafik 16">
            <a:extLst>
              <a:ext uri="{FF2B5EF4-FFF2-40B4-BE49-F238E27FC236}">
                <a16:creationId xmlns:a16="http://schemas.microsoft.com/office/drawing/2014/main" id="{30FBB70D-B467-C448-840E-86CB497FEA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548335"/>
            <a:ext cx="295491" cy="297582"/>
          </a:xfrm>
          <a:prstGeom prst="rect">
            <a:avLst/>
          </a:prstGeom>
        </p:spPr>
      </p:pic>
      <p:pic>
        <p:nvPicPr>
          <p:cNvPr id="37" name="Grafik 16">
            <a:extLst>
              <a:ext uri="{FF2B5EF4-FFF2-40B4-BE49-F238E27FC236}">
                <a16:creationId xmlns:a16="http://schemas.microsoft.com/office/drawing/2014/main" id="{E7F586A2-156F-614C-A7AA-5DC1BAE9DD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507098"/>
            <a:ext cx="295491" cy="297582"/>
          </a:xfrm>
          <a:prstGeom prst="rect">
            <a:avLst/>
          </a:prstGeom>
        </p:spPr>
      </p:pic>
      <p:pic>
        <p:nvPicPr>
          <p:cNvPr id="38" name="Grafik 16">
            <a:extLst>
              <a:ext uri="{FF2B5EF4-FFF2-40B4-BE49-F238E27FC236}">
                <a16:creationId xmlns:a16="http://schemas.microsoft.com/office/drawing/2014/main" id="{46945746-7839-1546-B7FB-EBB61C6156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477965"/>
            <a:ext cx="295491" cy="297582"/>
          </a:xfrm>
          <a:prstGeom prst="rect">
            <a:avLst/>
          </a:prstGeom>
        </p:spPr>
      </p:pic>
      <p:pic>
        <p:nvPicPr>
          <p:cNvPr id="39" name="Grafik 16">
            <a:extLst>
              <a:ext uri="{FF2B5EF4-FFF2-40B4-BE49-F238E27FC236}">
                <a16:creationId xmlns:a16="http://schemas.microsoft.com/office/drawing/2014/main" id="{1CA38834-4CEA-D644-967D-225DE6E4E5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442781"/>
            <a:ext cx="295491" cy="297582"/>
          </a:xfrm>
          <a:prstGeom prst="rect">
            <a:avLst/>
          </a:prstGeom>
        </p:spPr>
      </p:pic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5109AB33-0216-5446-9E3E-B7F2139E68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8514" y="350709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8180C8C7-B3B4-E848-9451-7C47CA81EA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8514" y="447796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8062FEE9-82C9-3A40-A38F-2B17FAA90E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18514" y="544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422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ith 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7" name="Rechteck 23">
            <a:extLst>
              <a:ext uri="{FF2B5EF4-FFF2-40B4-BE49-F238E27FC236}">
                <a16:creationId xmlns:a16="http://schemas.microsoft.com/office/drawing/2014/main" id="{4AF87F76-7E86-A448-81E2-E798D34C1E75}"/>
              </a:ext>
            </a:extLst>
          </p:cNvPr>
          <p:cNvSpPr/>
          <p:nvPr userDrawn="1"/>
        </p:nvSpPr>
        <p:spPr>
          <a:xfrm>
            <a:off x="703637" y="2855045"/>
            <a:ext cx="4023938" cy="30619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E5EACF8F-1EE1-B748-A814-25EAA22F715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699972" y="3496608"/>
            <a:ext cx="2031268" cy="1923972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389" y="2548334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274613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992896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4730262"/>
            <a:ext cx="295491" cy="297582"/>
          </a:xfrm>
          <a:prstGeom prst="rect">
            <a:avLst/>
          </a:prstGeom>
        </p:spPr>
      </p:pic>
      <p:pic>
        <p:nvPicPr>
          <p:cNvPr id="16" name="Grafik 16">
            <a:extLst>
              <a:ext uri="{FF2B5EF4-FFF2-40B4-BE49-F238E27FC236}">
                <a16:creationId xmlns:a16="http://schemas.microsoft.com/office/drawing/2014/main" id="{63369A2B-B4AB-3048-BE08-704A22BB3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5457572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E6177C2-65F5-AF4A-B660-5F801996C9F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98389" y="3275643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333CF0C8-3BF1-6C43-A0F1-04EC82B3F062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98389" y="3999157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23C779C8-F23E-2943-9BCA-332E61C74549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098389" y="4730262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813866C9-697A-924C-93E4-53ACE2AF55B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6098389" y="5457572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pic>
        <p:nvPicPr>
          <p:cNvPr id="22" name="Grafik 16">
            <a:extLst>
              <a:ext uri="{FF2B5EF4-FFF2-40B4-BE49-F238E27FC236}">
                <a16:creationId xmlns:a16="http://schemas.microsoft.com/office/drawing/2014/main" id="{2110F236-D74B-C843-8B6C-2C82B9E2CA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841" y="2548334"/>
            <a:ext cx="693724" cy="6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61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3317" y="3338345"/>
            <a:ext cx="2452142" cy="301027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EB2FE9F-1277-2746-B44C-EAC86870BBCB}"/>
              </a:ext>
            </a:extLst>
          </p:cNvPr>
          <p:cNvSpPr/>
          <p:nvPr userDrawn="1"/>
        </p:nvSpPr>
        <p:spPr>
          <a:xfrm>
            <a:off x="529070" y="1580322"/>
            <a:ext cx="1919943" cy="5668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3AF4C1F2-5AF6-B140-AC07-B7B9588F4A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9013" y="1580322"/>
            <a:ext cx="546446" cy="566900"/>
          </a:xfrm>
          <a:prstGeom prst="rect">
            <a:avLst/>
          </a:prstGeom>
        </p:spPr>
      </p:pic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399" y="2265527"/>
            <a:ext cx="2454060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9905D24-5B48-754A-A639-EC1606F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99" y="390048"/>
            <a:ext cx="10955277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E57B07-977D-411D-A1E3-2C76822BDD11}"/>
              </a:ext>
            </a:extLst>
          </p:cNvPr>
          <p:cNvSpPr/>
          <p:nvPr userDrawn="1"/>
        </p:nvSpPr>
        <p:spPr>
          <a:xfrm>
            <a:off x="3553755" y="1580322"/>
            <a:ext cx="1919943" cy="5668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19" name="Grafik 16">
            <a:extLst>
              <a:ext uri="{FF2B5EF4-FFF2-40B4-BE49-F238E27FC236}">
                <a16:creationId xmlns:a16="http://schemas.microsoft.com/office/drawing/2014/main" id="{ECD77DE6-BAA5-439F-9707-FA88FBD97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3698" y="1580322"/>
            <a:ext cx="546446" cy="5669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5FA091B-10CC-48E9-8221-AE36710CCF5F}"/>
              </a:ext>
            </a:extLst>
          </p:cNvPr>
          <p:cNvSpPr/>
          <p:nvPr userDrawn="1"/>
        </p:nvSpPr>
        <p:spPr>
          <a:xfrm>
            <a:off x="6509968" y="1580322"/>
            <a:ext cx="1919943" cy="5668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1" name="Grafik 16">
            <a:extLst>
              <a:ext uri="{FF2B5EF4-FFF2-40B4-BE49-F238E27FC236}">
                <a16:creationId xmlns:a16="http://schemas.microsoft.com/office/drawing/2014/main" id="{A4CB2398-EAB1-434B-B813-A4D5C9B024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9911" y="1580322"/>
            <a:ext cx="546446" cy="5669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AA5BAFF-69D1-47E9-A153-FF33BC9C4CA2}"/>
              </a:ext>
            </a:extLst>
          </p:cNvPr>
          <p:cNvSpPr/>
          <p:nvPr userDrawn="1"/>
        </p:nvSpPr>
        <p:spPr>
          <a:xfrm>
            <a:off x="9466182" y="1580322"/>
            <a:ext cx="1919943" cy="5689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3" name="Grafik 16">
            <a:extLst>
              <a:ext uri="{FF2B5EF4-FFF2-40B4-BE49-F238E27FC236}">
                <a16:creationId xmlns:a16="http://schemas.microsoft.com/office/drawing/2014/main" id="{9FEB1D1D-1D26-4C15-9E4D-684B989DB8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125" y="1580322"/>
            <a:ext cx="548462" cy="568992"/>
          </a:xfrm>
          <a:prstGeom prst="rect">
            <a:avLst/>
          </a:prstGeom>
        </p:spPr>
      </p:pic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05A8480E-23B8-49E6-A416-2364C48061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55673" y="3338345"/>
            <a:ext cx="2452140" cy="301027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DF10FD6-BF18-4964-B23B-BA2CF6DCE9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53754" y="2265527"/>
            <a:ext cx="2454059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46ECCFEA-67EA-4A6F-829C-C6C66D536A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24214" y="3338345"/>
            <a:ext cx="2452139" cy="301027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01A5681-CC26-4AE6-B070-9F264F58FC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22297" y="2265527"/>
            <a:ext cx="2454058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8" name="Textplatzhalter 16">
            <a:extLst>
              <a:ext uri="{FF2B5EF4-FFF2-40B4-BE49-F238E27FC236}">
                <a16:creationId xmlns:a16="http://schemas.microsoft.com/office/drawing/2014/main" id="{EDD1C441-97C4-47AE-9C5F-14CFEF5E4A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68100" y="3338344"/>
            <a:ext cx="2452138" cy="301027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88446EB-4B3D-4251-9C31-6936635C7F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66181" y="2265527"/>
            <a:ext cx="2454057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40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D7C67D58-AF85-1648-82A4-7EDC47152B3C}"/>
              </a:ext>
            </a:extLst>
          </p:cNvPr>
          <p:cNvSpPr/>
          <p:nvPr userDrawn="1"/>
        </p:nvSpPr>
        <p:spPr>
          <a:xfrm>
            <a:off x="0" y="-1"/>
            <a:ext cx="12191999" cy="61849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C61DF0A-B27F-AE43-A430-842599A93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552417"/>
            <a:ext cx="618108" cy="632483"/>
          </a:xfrm>
          <a:prstGeom prst="rect">
            <a:avLst/>
          </a:prstGeom>
        </p:spPr>
      </p:pic>
      <p:sp>
        <p:nvSpPr>
          <p:cNvPr id="12" name="Untertitel 2">
            <a:extLst>
              <a:ext uri="{FF2B5EF4-FFF2-40B4-BE49-F238E27FC236}">
                <a16:creationId xmlns:a16="http://schemas.microsoft.com/office/drawing/2014/main" id="{32EEA1C9-2ECE-DA40-A78D-2D1AB069B3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7408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Clr>
                <a:schemeClr val="tx2"/>
              </a:buClr>
              <a:buSzPct val="100000"/>
              <a:buFont typeface="+mj-lt"/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15" name="Textplatzhalter 22">
            <a:extLst>
              <a:ext uri="{FF2B5EF4-FFF2-40B4-BE49-F238E27FC236}">
                <a16:creationId xmlns:a16="http://schemas.microsoft.com/office/drawing/2014/main" id="{25746F85-65DC-6E4C-8181-B01FC62D15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36000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16" name="Textplatzhalter 22">
            <a:extLst>
              <a:ext uri="{FF2B5EF4-FFF2-40B4-BE49-F238E27FC236}">
                <a16:creationId xmlns:a16="http://schemas.microsoft.com/office/drawing/2014/main" id="{EA51C11A-E5A9-CA46-8A1D-4FE9EA2940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04592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BD1EE1EC-324E-974C-85D5-7B595502E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14869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85EFC251-3E07-4F43-BFA5-FE798DAE9DA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67452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DEC2E7B2-70A1-C44E-896A-35687AA6503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720035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C24E672-6F60-6240-A719-E82F7A94C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6000" y="435512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4" name="Textplatzhalter 22">
            <a:extLst>
              <a:ext uri="{FF2B5EF4-FFF2-40B4-BE49-F238E27FC236}">
                <a16:creationId xmlns:a16="http://schemas.microsoft.com/office/drawing/2014/main" id="{29F04FB3-10E5-D547-A277-7E89F2B77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04592" y="435512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AC67477E-4866-3B48-892A-232BCAF807C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614869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437FE891-6911-5848-9FBE-9ED59F8BC6C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67452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4291A03D-60DD-A347-A8B4-7F706C6217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20035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Textplatzhalter 22">
            <a:extLst>
              <a:ext uri="{FF2B5EF4-FFF2-40B4-BE49-F238E27FC236}">
                <a16:creationId xmlns:a16="http://schemas.microsoft.com/office/drawing/2014/main" id="{A9BDAF28-B30B-7744-B588-1695AB1956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7408" y="4355126"/>
            <a:ext cx="2520000" cy="1147571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2495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C37562CD-F553-9E46-9097-5009E58988D6}"/>
              </a:ext>
            </a:extLst>
          </p:cNvPr>
          <p:cNvSpPr/>
          <p:nvPr userDrawn="1"/>
        </p:nvSpPr>
        <p:spPr>
          <a:xfrm>
            <a:off x="9530888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9084B3-5A43-F147-86FA-2606A986D288}"/>
              </a:ext>
            </a:extLst>
          </p:cNvPr>
          <p:cNvSpPr/>
          <p:nvPr userDrawn="1"/>
        </p:nvSpPr>
        <p:spPr>
          <a:xfrm>
            <a:off x="5511771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1600834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318" y="3759159"/>
            <a:ext cx="3055100" cy="2120946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57835BAB-AB46-FF4B-B9CC-FC3260C29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8099" y="3759159"/>
            <a:ext cx="3055100" cy="2120946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8512" y="3759159"/>
            <a:ext cx="3055472" cy="2120946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48" name="Grafik 16">
            <a:extLst>
              <a:ext uri="{FF2B5EF4-FFF2-40B4-BE49-F238E27FC236}">
                <a16:creationId xmlns:a16="http://schemas.microsoft.com/office/drawing/2014/main" id="{820CEF5C-6098-F749-B8DA-7D0AF2572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8790" y="2671597"/>
            <a:ext cx="289540" cy="300378"/>
          </a:xfrm>
          <a:prstGeom prst="rect">
            <a:avLst/>
          </a:prstGeom>
        </p:spPr>
      </p:pic>
      <p:pic>
        <p:nvPicPr>
          <p:cNvPr id="51" name="Grafik 16">
            <a:extLst>
              <a:ext uri="{FF2B5EF4-FFF2-40B4-BE49-F238E27FC236}">
                <a16:creationId xmlns:a16="http://schemas.microsoft.com/office/drawing/2014/main" id="{3AF4C1F2-5AF6-B140-AC07-B7B9588F4A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364" y="2671597"/>
            <a:ext cx="289540" cy="300378"/>
          </a:xfrm>
          <a:prstGeom prst="rect">
            <a:avLst/>
          </a:prstGeom>
        </p:spPr>
      </p:pic>
      <p:pic>
        <p:nvPicPr>
          <p:cNvPr id="53" name="Grafik 16">
            <a:extLst>
              <a:ext uri="{FF2B5EF4-FFF2-40B4-BE49-F238E27FC236}">
                <a16:creationId xmlns:a16="http://schemas.microsoft.com/office/drawing/2014/main" id="{B500CF65-3B1C-6F46-803D-49C74F7523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8637" y="2671597"/>
            <a:ext cx="289540" cy="3003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795998-8A69-A14E-86B5-59646CF31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57713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8512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400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486AEB0-555C-A142-A2E6-D70CBC94F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720992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5D136F4E-40F3-6541-A806-025E2045156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629282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49A304D9-B06B-0E42-B2AF-62B0D0D3C60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48399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691873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 userDrawn="1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7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224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43223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46A8EE-F100-234D-A187-F6B1E66CEEF3}"/>
              </a:ext>
            </a:extLst>
          </p:cNvPr>
          <p:cNvSpPr/>
          <p:nvPr userDrawn="1"/>
        </p:nvSpPr>
        <p:spPr>
          <a:xfrm>
            <a:off x="695327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F246E0-36A9-EA44-B2F8-1C50D85BDCC0}"/>
              </a:ext>
            </a:extLst>
          </p:cNvPr>
          <p:cNvSpPr/>
          <p:nvPr userDrawn="1"/>
        </p:nvSpPr>
        <p:spPr>
          <a:xfrm>
            <a:off x="695327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1726825"/>
            <a:ext cx="289540" cy="300378"/>
          </a:xfrm>
          <a:prstGeom prst="rect">
            <a:avLst/>
          </a:prstGeom>
        </p:spPr>
      </p:pic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FAF350C9-8C30-F94A-8DD1-564A41D985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43224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2B47A50E-EE14-8E4A-9555-D6E7A49A9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3223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5" name="Grafik 16">
            <a:extLst>
              <a:ext uri="{FF2B5EF4-FFF2-40B4-BE49-F238E27FC236}">
                <a16:creationId xmlns:a16="http://schemas.microsoft.com/office/drawing/2014/main" id="{5695F5D4-0E72-754B-BC91-FFE1A043C1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3264061"/>
            <a:ext cx="289540" cy="300378"/>
          </a:xfrm>
          <a:prstGeom prst="rect">
            <a:avLst/>
          </a:prstGeom>
        </p:spPr>
      </p:pic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F5D09911-706B-4D48-AE36-9EC5A378DC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43224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27AF3F75-C06C-C54D-AB3C-2F2A2CA1C6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43223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8" name="Grafik 16">
            <a:extLst>
              <a:ext uri="{FF2B5EF4-FFF2-40B4-BE49-F238E27FC236}">
                <a16:creationId xmlns:a16="http://schemas.microsoft.com/office/drawing/2014/main" id="{066EFA93-76C4-FD49-8BAC-115C89EC4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4804472"/>
            <a:ext cx="289540" cy="300378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1743F4EF-31C3-4445-B4A6-D5CD6BAA4DA0}"/>
              </a:ext>
            </a:extLst>
          </p:cNvPr>
          <p:cNvSpPr/>
          <p:nvPr userDrawn="1"/>
        </p:nvSpPr>
        <p:spPr>
          <a:xfrm>
            <a:off x="6377483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4" name="Textplatzhalter 16">
            <a:extLst>
              <a:ext uri="{FF2B5EF4-FFF2-40B4-BE49-F238E27FC236}">
                <a16:creationId xmlns:a16="http://schemas.microsoft.com/office/drawing/2014/main" id="{0CEC0A82-B16A-C04E-8A3C-D08AAB174E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25380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E487C88B-F1FA-9244-8648-D81CEB83BF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5379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D91B81B-62BD-1F46-9AC2-0BCD633E6FE0}"/>
              </a:ext>
            </a:extLst>
          </p:cNvPr>
          <p:cNvSpPr/>
          <p:nvPr userDrawn="1"/>
        </p:nvSpPr>
        <p:spPr>
          <a:xfrm>
            <a:off x="6377483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37E4827-2D02-B043-933D-A8F643E53B85}"/>
              </a:ext>
            </a:extLst>
          </p:cNvPr>
          <p:cNvSpPr/>
          <p:nvPr userDrawn="1"/>
        </p:nvSpPr>
        <p:spPr>
          <a:xfrm>
            <a:off x="6377483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88" name="Grafik 16">
            <a:extLst>
              <a:ext uri="{FF2B5EF4-FFF2-40B4-BE49-F238E27FC236}">
                <a16:creationId xmlns:a16="http://schemas.microsoft.com/office/drawing/2014/main" id="{A9D54F36-D51A-8D43-BCBE-B93F18E58A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1726825"/>
            <a:ext cx="289540" cy="300378"/>
          </a:xfrm>
          <a:prstGeom prst="rect">
            <a:avLst/>
          </a:prstGeom>
        </p:spPr>
      </p:pic>
      <p:sp>
        <p:nvSpPr>
          <p:cNvPr id="89" name="Textplatzhalter 16">
            <a:extLst>
              <a:ext uri="{FF2B5EF4-FFF2-40B4-BE49-F238E27FC236}">
                <a16:creationId xmlns:a16="http://schemas.microsoft.com/office/drawing/2014/main" id="{BF464C80-F76C-6844-A329-75F4C3CB8B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380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2C2DEB78-827B-AE4C-9318-686967637C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5379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1" name="Grafik 16">
            <a:extLst>
              <a:ext uri="{FF2B5EF4-FFF2-40B4-BE49-F238E27FC236}">
                <a16:creationId xmlns:a16="http://schemas.microsoft.com/office/drawing/2014/main" id="{7BE876F1-36CD-764A-A579-3EFD7712A7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3264061"/>
            <a:ext cx="289540" cy="300378"/>
          </a:xfrm>
          <a:prstGeom prst="rect">
            <a:avLst/>
          </a:prstGeom>
        </p:spPr>
      </p:pic>
      <p:sp>
        <p:nvSpPr>
          <p:cNvPr id="92" name="Textplatzhalter 16">
            <a:extLst>
              <a:ext uri="{FF2B5EF4-FFF2-40B4-BE49-F238E27FC236}">
                <a16:creationId xmlns:a16="http://schemas.microsoft.com/office/drawing/2014/main" id="{DD1F6F37-31F7-EA4A-B6F0-7D05CA5866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5380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32C03A1E-6ABA-7B48-A7DE-377D385D2D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5379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4" name="Grafik 16">
            <a:extLst>
              <a:ext uri="{FF2B5EF4-FFF2-40B4-BE49-F238E27FC236}">
                <a16:creationId xmlns:a16="http://schemas.microsoft.com/office/drawing/2014/main" id="{B9FECEB7-3A74-EE4A-80AA-365CF4A388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4804472"/>
            <a:ext cx="289540" cy="30037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7CFEC95-B5EF-2B40-9DAE-207E28554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06871"/>
            <a:ext cx="10801349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B7155252-6474-8649-81F9-35993D3E1CB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6103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11363DB4-0820-E64A-8F4C-62E9BCD58B5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76103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8C442685-3CBE-404D-8AFD-B124D5BD53A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76103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EA286491-6915-C445-BDA2-C4E55153574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62566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8FAF9563-632F-BA4A-A171-3B721632EEC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62566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ACA2601D-BF25-AD40-AA3E-A83D9402CF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462566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8146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eck 23">
            <a:extLst>
              <a:ext uri="{FF2B5EF4-FFF2-40B4-BE49-F238E27FC236}">
                <a16:creationId xmlns:a16="http://schemas.microsoft.com/office/drawing/2014/main" id="{72E25D46-9AA9-1F4B-930B-2A0038DCCABB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0" name="Bildplatzhalter 28">
            <a:extLst>
              <a:ext uri="{FF2B5EF4-FFF2-40B4-BE49-F238E27FC236}">
                <a16:creationId xmlns:a16="http://schemas.microsoft.com/office/drawing/2014/main" id="{E335270D-E825-794F-92F9-F20C9BEB53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418903" y="1859305"/>
            <a:ext cx="3077771" cy="2398416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AF6465-BB25-3F4D-80D2-1ADD600F1E44}"/>
              </a:ext>
            </a:extLst>
          </p:cNvPr>
          <p:cNvSpPr/>
          <p:nvPr userDrawn="1"/>
        </p:nvSpPr>
        <p:spPr>
          <a:xfrm>
            <a:off x="7712660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86BDA9-259A-1F48-9021-A755B9221EEF}"/>
              </a:ext>
            </a:extLst>
          </p:cNvPr>
          <p:cNvSpPr/>
          <p:nvPr userDrawn="1"/>
        </p:nvSpPr>
        <p:spPr>
          <a:xfrm>
            <a:off x="5783552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A276B3-BBA7-A04A-970C-154A0C1BCABD}"/>
              </a:ext>
            </a:extLst>
          </p:cNvPr>
          <p:cNvSpPr/>
          <p:nvPr userDrawn="1"/>
        </p:nvSpPr>
        <p:spPr>
          <a:xfrm>
            <a:off x="3854444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E95B1F-AB8C-9C49-B6D6-107419F7CD96}"/>
              </a:ext>
            </a:extLst>
          </p:cNvPr>
          <p:cNvSpPr/>
          <p:nvPr userDrawn="1"/>
        </p:nvSpPr>
        <p:spPr>
          <a:xfrm>
            <a:off x="1923953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702472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2473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72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5929" y="2751843"/>
            <a:ext cx="289540" cy="30037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9A04811-10D1-5744-87DD-73359F380BA8}"/>
              </a:ext>
            </a:extLst>
          </p:cNvPr>
          <p:cNvSpPr/>
          <p:nvPr userDrawn="1"/>
        </p:nvSpPr>
        <p:spPr>
          <a:xfrm>
            <a:off x="2631580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DF6F12DB-54F8-4E43-8EA4-AF85CF911D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31581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9ACA4D32-DECC-4C4E-9C14-E6D36B80DB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1580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3" name="Grafik 16">
            <a:extLst>
              <a:ext uri="{FF2B5EF4-FFF2-40B4-BE49-F238E27FC236}">
                <a16:creationId xmlns:a16="http://schemas.microsoft.com/office/drawing/2014/main" id="{7DDEEAC3-C68B-9546-AA52-EE848FC10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5037" y="2751843"/>
            <a:ext cx="289540" cy="30037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F77E3BA-923D-A549-B2D8-4F73C535ACC9}"/>
              </a:ext>
            </a:extLst>
          </p:cNvPr>
          <p:cNvSpPr/>
          <p:nvPr userDrawn="1"/>
        </p:nvSpPr>
        <p:spPr>
          <a:xfrm>
            <a:off x="4560688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951C04D6-982F-B74B-91C2-BC281B5F8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60689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AC0D748-221B-CE40-8609-B57C493EDD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60688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7" name="Grafik 16">
            <a:extLst>
              <a:ext uri="{FF2B5EF4-FFF2-40B4-BE49-F238E27FC236}">
                <a16:creationId xmlns:a16="http://schemas.microsoft.com/office/drawing/2014/main" id="{7A43475A-ECE9-8441-BDD4-CA07F9E39A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4145" y="2751843"/>
            <a:ext cx="289540" cy="30037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8002066-7B65-E744-B732-0816201E80E2}"/>
              </a:ext>
            </a:extLst>
          </p:cNvPr>
          <p:cNvSpPr/>
          <p:nvPr userDrawn="1"/>
        </p:nvSpPr>
        <p:spPr>
          <a:xfrm>
            <a:off x="6489796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9" name="Textplatzhalter 16">
            <a:extLst>
              <a:ext uri="{FF2B5EF4-FFF2-40B4-BE49-F238E27FC236}">
                <a16:creationId xmlns:a16="http://schemas.microsoft.com/office/drawing/2014/main" id="{80D25EE4-F6AE-5046-A1FB-289939B3B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9797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692DCF9D-FE43-1D43-9A9C-C3C85230DD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796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9CB4DBB6-2290-C34C-A36D-9AE6DBDFC1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253" y="2751843"/>
            <a:ext cx="289540" cy="300378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CF32B206-3C9C-CA46-82C6-08D17E569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6769100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67E759CB-ACEF-704B-BB44-24309C29EC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3446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48F56D93-F7B0-C14A-92EB-50650AF3373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732555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82DC9DC8-0756-B94E-B803-EB99E3699A5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656497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4" name="Bildplatzhalter 2">
            <a:extLst>
              <a:ext uri="{FF2B5EF4-FFF2-40B4-BE49-F238E27FC236}">
                <a16:creationId xmlns:a16="http://schemas.microsoft.com/office/drawing/2014/main" id="{433AC3CB-B925-974D-AD30-590A065D0F3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85400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5" name="Rechteck 23">
            <a:extLst>
              <a:ext uri="{FF2B5EF4-FFF2-40B4-BE49-F238E27FC236}">
                <a16:creationId xmlns:a16="http://schemas.microsoft.com/office/drawing/2014/main" id="{3F9E3C43-D828-0E4F-AEB1-343AAFE6DCBC}"/>
              </a:ext>
            </a:extLst>
          </p:cNvPr>
          <p:cNvSpPr/>
          <p:nvPr userDrawn="1"/>
        </p:nvSpPr>
        <p:spPr>
          <a:xfrm rot="5400000">
            <a:off x="9675696" y="3000929"/>
            <a:ext cx="1259510" cy="3773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79A8AEBE-4025-0142-B246-7D5E28C1C7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96338" y="4538825"/>
            <a:ext cx="2700337" cy="6973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a </a:t>
            </a:r>
            <a:r>
              <a:rPr lang="en-US" noProof="0" err="1"/>
              <a:t>dane</a:t>
            </a:r>
            <a:r>
              <a:rPr lang="en-US" noProof="0"/>
              <a:t> de nah </a:t>
            </a:r>
            <a:r>
              <a:rPr lang="en-US" noProof="0" err="1"/>
              <a:t>ednom</a:t>
            </a:r>
            <a:r>
              <a:rPr lang="en-US" noProof="0"/>
              <a:t> </a:t>
            </a:r>
            <a:r>
              <a:rPr lang="en-US" noProof="0" err="1"/>
              <a:t>rena</a:t>
            </a:r>
            <a:r>
              <a:rPr lang="en-US" noProof="0"/>
              <a:t> </a:t>
            </a:r>
            <a:r>
              <a:rPr lang="en-US" noProof="0" err="1"/>
              <a:t>disdos</a:t>
            </a:r>
            <a:r>
              <a:rPr lang="en-US" noProof="0"/>
              <a:t> se </a:t>
            </a:r>
            <a:r>
              <a:rPr lang="en-US" noProof="0" err="1"/>
              <a:t>kamp</a:t>
            </a:r>
            <a:r>
              <a:rPr lang="en-US" noProof="0"/>
              <a:t>.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61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9">
            <a:extLst>
              <a:ext uri="{FF2B5EF4-FFF2-40B4-BE49-F238E27FC236}">
                <a16:creationId xmlns:a16="http://schemas.microsoft.com/office/drawing/2014/main" id="{E957BDAE-18BB-2148-98F2-4945E9BCFE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83801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B74080ED-0915-5243-8991-0C6EA703C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5655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88124"/>
            <a:ext cx="4032250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35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Speakers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3B57BCE5-52E0-C740-AD82-03BC7F4615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43705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B0F05EC8-5F27-E346-A862-BF4A4C585F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43705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34" name="Bildplatzhalter 9">
            <a:extLst>
              <a:ext uri="{FF2B5EF4-FFF2-40B4-BE49-F238E27FC236}">
                <a16:creationId xmlns:a16="http://schemas.microsoft.com/office/drawing/2014/main" id="{2072E2A9-B131-4A4B-A0BC-A0E5623B7BB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31904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35" name="Textplatzhalter 4">
            <a:extLst>
              <a:ext uri="{FF2B5EF4-FFF2-40B4-BE49-F238E27FC236}">
                <a16:creationId xmlns:a16="http://schemas.microsoft.com/office/drawing/2014/main" id="{88D68CBC-FA79-454A-89A2-47AD6D3F51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3758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43A71A13-D588-4345-8582-0AD7B567DF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1808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37" name="Textplatzhalter 16">
            <a:extLst>
              <a:ext uri="{FF2B5EF4-FFF2-40B4-BE49-F238E27FC236}">
                <a16:creationId xmlns:a16="http://schemas.microsoft.com/office/drawing/2014/main" id="{2734CF1F-ECCF-9C47-8066-8BDD18BFD8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1808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38" name="Bildplatzhalter 9">
            <a:extLst>
              <a:ext uri="{FF2B5EF4-FFF2-40B4-BE49-F238E27FC236}">
                <a16:creationId xmlns:a16="http://schemas.microsoft.com/office/drawing/2014/main" id="{13D436DA-7538-2143-ADD7-7154A72AE01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68508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39" name="Textplatzhalter 4">
            <a:extLst>
              <a:ext uri="{FF2B5EF4-FFF2-40B4-BE49-F238E27FC236}">
                <a16:creationId xmlns:a16="http://schemas.microsoft.com/office/drawing/2014/main" id="{69F5C236-149B-C748-A353-23103BB324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20362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AEC7DCCF-E1B7-7B40-9490-6FA0A020B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28412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F6AC2877-BE60-A444-941D-B0F2E223E0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28412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9FD46-ACC9-6346-9D1D-6A0219914DB7}"/>
              </a:ext>
            </a:extLst>
          </p:cNvPr>
          <p:cNvSpPr/>
          <p:nvPr userDrawn="1"/>
        </p:nvSpPr>
        <p:spPr>
          <a:xfrm>
            <a:off x="2083801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8313F1-AE53-C647-96CD-2E0586894A76}"/>
              </a:ext>
            </a:extLst>
          </p:cNvPr>
          <p:cNvSpPr/>
          <p:nvPr userDrawn="1"/>
        </p:nvSpPr>
        <p:spPr>
          <a:xfrm>
            <a:off x="5231904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414FD-C2DE-BD47-B589-D8A2AF3F35AD}"/>
              </a:ext>
            </a:extLst>
          </p:cNvPr>
          <p:cNvSpPr/>
          <p:nvPr userDrawn="1"/>
        </p:nvSpPr>
        <p:spPr>
          <a:xfrm>
            <a:off x="8368507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12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688124"/>
            <a:ext cx="5256659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Key Figures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3BE4F09D-7FEE-1849-856D-446F9E2A79FE}"/>
              </a:ext>
            </a:extLst>
          </p:cNvPr>
          <p:cNvSpPr>
            <a:spLocks/>
          </p:cNvSpPr>
          <p:nvPr userDrawn="1"/>
        </p:nvSpPr>
        <p:spPr bwMode="auto">
          <a:xfrm>
            <a:off x="2527323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3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3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43895DAF-F2A7-B145-955A-1440A76A158B}"/>
              </a:ext>
            </a:extLst>
          </p:cNvPr>
          <p:cNvSpPr>
            <a:spLocks/>
          </p:cNvSpPr>
          <p:nvPr userDrawn="1"/>
        </p:nvSpPr>
        <p:spPr bwMode="auto">
          <a:xfrm>
            <a:off x="9768408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AA2DA519-1520-8A48-ADBD-0F2B4AD65A7B}"/>
              </a:ext>
            </a:extLst>
          </p:cNvPr>
          <p:cNvSpPr>
            <a:spLocks/>
          </p:cNvSpPr>
          <p:nvPr userDrawn="1"/>
        </p:nvSpPr>
        <p:spPr bwMode="auto">
          <a:xfrm>
            <a:off x="6149240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7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7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9D345AA1-265D-4245-A7E3-66ECB9A0EBAB}"/>
              </a:ext>
            </a:extLst>
          </p:cNvPr>
          <p:cNvSpPr>
            <a:spLocks/>
          </p:cNvSpPr>
          <p:nvPr userDrawn="1"/>
        </p:nvSpPr>
        <p:spPr bwMode="auto">
          <a:xfrm>
            <a:off x="4326241" y="1470025"/>
            <a:ext cx="171669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00018584-9D49-0147-B29F-316B489EBB63}"/>
              </a:ext>
            </a:extLst>
          </p:cNvPr>
          <p:cNvSpPr>
            <a:spLocks/>
          </p:cNvSpPr>
          <p:nvPr userDrawn="1"/>
        </p:nvSpPr>
        <p:spPr bwMode="auto">
          <a:xfrm>
            <a:off x="721442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D7E1117D-88DB-AD4B-B6E6-26C0592AEECC}"/>
              </a:ext>
            </a:extLst>
          </p:cNvPr>
          <p:cNvSpPr>
            <a:spLocks/>
          </p:cNvSpPr>
          <p:nvPr userDrawn="1"/>
        </p:nvSpPr>
        <p:spPr bwMode="auto">
          <a:xfrm>
            <a:off x="7964414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25802360-5CA8-7C46-A8ED-94AA8D2428F2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847855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A911B78B-58AF-3A46-A8F9-0B6335E9256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21442" y="1606089"/>
            <a:ext cx="1682367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120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9A13636D-E95A-4848-B86C-9D69C303DF49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536616" y="1606089"/>
            <a:ext cx="1666111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64%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C097A352-5A7E-0445-94DD-53E4083FED49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20228" y="1606089"/>
            <a:ext cx="1705500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17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965E4F53-DEF6-0846-B481-46797F75A857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7964414" y="1606089"/>
            <a:ext cx="1697674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318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7D529332-0F0E-2543-A003-51F9B8232B67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32048" y="1606089"/>
            <a:ext cx="1714866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678K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CD4EE834-550A-5F43-AE51-A39445E2765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779589" y="1606089"/>
            <a:ext cx="1686494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80%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433BC23A-9945-5E46-A1ED-8C791AA70D85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061258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C574AEB2-AAFF-334D-8046-12E351B5BAD9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247455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7A2566A6-2F1E-9C4F-9F7B-C8FDDC2BF85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4432722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18909619-7CDF-A046-804C-BFA30A82B9C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2617989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170E1D8C-9B2B-1140-B6F3-3C074ABAB247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817324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6" name="Bildplatzhalter 2">
            <a:extLst>
              <a:ext uri="{FF2B5EF4-FFF2-40B4-BE49-F238E27FC236}">
                <a16:creationId xmlns:a16="http://schemas.microsoft.com/office/drawing/2014/main" id="{F3C950F3-DE22-2C46-86B9-C5877A4B755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7323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7" name="Bildplatzhalter 2">
            <a:extLst>
              <a:ext uri="{FF2B5EF4-FFF2-40B4-BE49-F238E27FC236}">
                <a16:creationId xmlns:a16="http://schemas.microsoft.com/office/drawing/2014/main" id="{4CB9CC95-7E90-DB4C-BDA9-A8493259E3DA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617988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8" name="Bildplatzhalter 2">
            <a:extLst>
              <a:ext uri="{FF2B5EF4-FFF2-40B4-BE49-F238E27FC236}">
                <a16:creationId xmlns:a16="http://schemas.microsoft.com/office/drawing/2014/main" id="{37A056A7-3EA5-D446-8AC0-9F19D83B525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4432720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9" name="Bildplatzhalter 2">
            <a:extLst>
              <a:ext uri="{FF2B5EF4-FFF2-40B4-BE49-F238E27FC236}">
                <a16:creationId xmlns:a16="http://schemas.microsoft.com/office/drawing/2014/main" id="{BEBAA55D-7654-DD4A-8452-0C8A647B78E0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47453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0" name="Bildplatzhalter 2">
            <a:extLst>
              <a:ext uri="{FF2B5EF4-FFF2-40B4-BE49-F238E27FC236}">
                <a16:creationId xmlns:a16="http://schemas.microsoft.com/office/drawing/2014/main" id="{99BD31B8-C5A2-3A4D-8B30-1EE10F2C2806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8062185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1" name="Bildplatzhalter 2">
            <a:extLst>
              <a:ext uri="{FF2B5EF4-FFF2-40B4-BE49-F238E27FC236}">
                <a16:creationId xmlns:a16="http://schemas.microsoft.com/office/drawing/2014/main" id="{A51056E7-1D12-564B-8F37-7F53F3AA0127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876917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387787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DAB9C0D-3685-994A-9839-B565E941FDBE}"/>
              </a:ext>
            </a:extLst>
          </p:cNvPr>
          <p:cNvSpPr/>
          <p:nvPr userDrawn="1"/>
        </p:nvSpPr>
        <p:spPr>
          <a:xfrm>
            <a:off x="2062824" y="4086034"/>
            <a:ext cx="1876134" cy="18287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A8B0271-385D-6B44-B9B0-D04502F23EB9}"/>
              </a:ext>
            </a:extLst>
          </p:cNvPr>
          <p:cNvGrpSpPr/>
          <p:nvPr userDrawn="1"/>
        </p:nvGrpSpPr>
        <p:grpSpPr>
          <a:xfrm>
            <a:off x="1768301" y="2257234"/>
            <a:ext cx="8673910" cy="1833093"/>
            <a:chOff x="2190996" y="2257234"/>
            <a:chExt cx="7822433" cy="1833093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6AE0F8-3C02-9F4E-B84E-69F25A6609F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3173663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4037C87-4706-524C-AD9C-93D5CB63C02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2257234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959FB40-05E2-C648-8C15-5AF37D516D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4090327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48528DE-6F3A-CD43-A192-4BA7ACDF552B}"/>
              </a:ext>
            </a:extLst>
          </p:cNvPr>
          <p:cNvSpPr/>
          <p:nvPr userDrawn="1"/>
        </p:nvSpPr>
        <p:spPr>
          <a:xfrm>
            <a:off x="6213670" y="2257235"/>
            <a:ext cx="1876134" cy="182879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C6F520-AF2E-ED4D-9957-9B7ED2D55342}"/>
              </a:ext>
            </a:extLst>
          </p:cNvPr>
          <p:cNvSpPr/>
          <p:nvPr userDrawn="1"/>
        </p:nvSpPr>
        <p:spPr>
          <a:xfrm>
            <a:off x="2063750" y="2742956"/>
            <a:ext cx="1876134" cy="1343077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0" i="0">
              <a:solidFill>
                <a:schemeClr val="bg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56FB91-C097-6B48-8614-FA281442FDD7}"/>
              </a:ext>
            </a:extLst>
          </p:cNvPr>
          <p:cNvSpPr/>
          <p:nvPr userDrawn="1"/>
        </p:nvSpPr>
        <p:spPr>
          <a:xfrm>
            <a:off x="8288629" y="3428999"/>
            <a:ext cx="1876134" cy="657035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B5F4C2-8473-5346-B24A-60A0457616DB}"/>
              </a:ext>
            </a:extLst>
          </p:cNvPr>
          <p:cNvSpPr/>
          <p:nvPr userDrawn="1"/>
        </p:nvSpPr>
        <p:spPr>
          <a:xfrm>
            <a:off x="4139819" y="4086034"/>
            <a:ext cx="1876134" cy="1828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 noProof="1"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3194880-4404-2D43-B6F0-CA49618B79A8}"/>
              </a:ext>
            </a:extLst>
          </p:cNvPr>
          <p:cNvSpPr/>
          <p:nvPr userDrawn="1"/>
        </p:nvSpPr>
        <p:spPr>
          <a:xfrm>
            <a:off x="6216814" y="4086034"/>
            <a:ext cx="1876134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 noProof="1">
              <a:solidFill>
                <a:schemeClr val="tx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3ADA32-2103-1E49-A141-B781F2253FE7}"/>
              </a:ext>
            </a:extLst>
          </p:cNvPr>
          <p:cNvSpPr/>
          <p:nvPr userDrawn="1"/>
        </p:nvSpPr>
        <p:spPr>
          <a:xfrm>
            <a:off x="8293808" y="4086034"/>
            <a:ext cx="1876134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>
              <a:solidFill>
                <a:schemeClr val="tx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D869AA-7386-E84E-B55B-6613C9772B18}"/>
              </a:ext>
            </a:extLst>
          </p:cNvPr>
          <p:cNvSpPr/>
          <p:nvPr userDrawn="1"/>
        </p:nvSpPr>
        <p:spPr>
          <a:xfrm>
            <a:off x="4138710" y="3033134"/>
            <a:ext cx="1876134" cy="10529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62995-2788-204D-8470-3A575DBD3779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141817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ren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B798ADA-1B61-A34D-8A6C-18221E2C5B3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28577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464F674-D48A-654A-82BD-8294B7AF6FED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296799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94978C6-822E-4547-87F5-9D3BAEB4B24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371758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52C77BA8-78F5-D546-8A69-EC581242634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787058" y="1715639"/>
            <a:ext cx="8655153" cy="374727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Click to edit chart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F161AC6-FD3A-2A49-9B9B-A73672FCAED5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214181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Strengths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2BF2EA-6925-CA44-AA71-83C18CEC09A5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22857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Weakness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6262EBA-CFA1-ED4C-80B6-1AFC979DAB73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6296798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Opportunities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5A6ACEB-65D9-B540-873B-E015BC5743FB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837175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Threats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69CA1040-A5D8-A64F-9F3A-6D2F33F08AD7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95325" y="3942558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Low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32FD61CE-D18F-DB45-B7C7-E4DD9FA3DD24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95325" y="3026202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Medium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05FFBEBA-E63E-6D42-A39C-33B23463FA9C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95325" y="2113759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005129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 userDrawn="1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WO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graphicFrame>
        <p:nvGraphicFramePr>
          <p:cNvPr id="34" name="Table 4">
            <a:extLst>
              <a:ext uri="{FF2B5EF4-FFF2-40B4-BE49-F238E27FC236}">
                <a16:creationId xmlns:a16="http://schemas.microsoft.com/office/drawing/2014/main" id="{E508AF5F-15A4-194E-A427-2CF5A50A24D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6202823"/>
              </p:ext>
            </p:extLst>
          </p:nvPr>
        </p:nvGraphicFramePr>
        <p:xfrm>
          <a:off x="6245712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A757C1F-6BAB-D842-856D-6292B01427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83173917"/>
              </p:ext>
            </p:extLst>
          </p:nvPr>
        </p:nvGraphicFramePr>
        <p:xfrm>
          <a:off x="703636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403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 userDrawn="1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C801-0DB3-394B-8DCC-A021A625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115A4-D32A-9C48-96E5-4D73504B0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Picture 48">
            <a:extLst>
              <a:ext uri="{FF2B5EF4-FFF2-40B4-BE49-F238E27FC236}">
                <a16:creationId xmlns:a16="http://schemas.microsoft.com/office/drawing/2014/main" id="{11A857F0-95B8-B242-B160-875E1F12F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06549" y="2183613"/>
            <a:ext cx="9363108" cy="29776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F84C0D-4681-9348-AF5A-EE9E39D63685}"/>
              </a:ext>
            </a:extLst>
          </p:cNvPr>
          <p:cNvSpPr/>
          <p:nvPr userDrawn="1"/>
        </p:nvSpPr>
        <p:spPr>
          <a:xfrm>
            <a:off x="282638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B99635-2739-964E-9D02-942901F00B4E}"/>
              </a:ext>
            </a:extLst>
          </p:cNvPr>
          <p:cNvSpPr/>
          <p:nvPr userDrawn="1"/>
        </p:nvSpPr>
        <p:spPr>
          <a:xfrm>
            <a:off x="579310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140691-95D8-7548-822F-27C93791FAC1}"/>
              </a:ext>
            </a:extLst>
          </p:cNvPr>
          <p:cNvSpPr/>
          <p:nvPr userDrawn="1"/>
        </p:nvSpPr>
        <p:spPr>
          <a:xfrm>
            <a:off x="8796338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2DAC6-3DEB-0141-985D-937E610E3AF3}"/>
              </a:ext>
            </a:extLst>
          </p:cNvPr>
          <p:cNvSpPr/>
          <p:nvPr userDrawn="1"/>
        </p:nvSpPr>
        <p:spPr>
          <a:xfrm>
            <a:off x="282638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B6D02-C329-9E4C-BBE4-EDF001D30D6C}"/>
              </a:ext>
            </a:extLst>
          </p:cNvPr>
          <p:cNvSpPr/>
          <p:nvPr userDrawn="1"/>
        </p:nvSpPr>
        <p:spPr>
          <a:xfrm>
            <a:off x="579310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0F2CA7-1F87-2B4F-BF55-C5839C948A7F}"/>
              </a:ext>
            </a:extLst>
          </p:cNvPr>
          <p:cNvSpPr/>
          <p:nvPr userDrawn="1"/>
        </p:nvSpPr>
        <p:spPr>
          <a:xfrm>
            <a:off x="8796338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230DF6-972D-E64B-8FFE-ADF86D39E29A}"/>
              </a:ext>
            </a:extLst>
          </p:cNvPr>
          <p:cNvSpPr/>
          <p:nvPr userDrawn="1"/>
        </p:nvSpPr>
        <p:spPr>
          <a:xfrm>
            <a:off x="282638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347639-C1E8-5D4C-B495-A3F933CEB1C5}"/>
              </a:ext>
            </a:extLst>
          </p:cNvPr>
          <p:cNvSpPr/>
          <p:nvPr userDrawn="1"/>
        </p:nvSpPr>
        <p:spPr>
          <a:xfrm>
            <a:off x="579310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B725BF-6CF3-A24E-ACF6-891EB448CB29}"/>
              </a:ext>
            </a:extLst>
          </p:cNvPr>
          <p:cNvSpPr/>
          <p:nvPr userDrawn="1"/>
        </p:nvSpPr>
        <p:spPr>
          <a:xfrm>
            <a:off x="8796338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37802-61CB-F443-A27B-989A3CB06D6E}"/>
              </a:ext>
            </a:extLst>
          </p:cNvPr>
          <p:cNvSpPr txBox="1"/>
          <p:nvPr userDrawn="1"/>
        </p:nvSpPr>
        <p:spPr>
          <a:xfrm>
            <a:off x="1898545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2131E6-971F-7D4E-9315-C85F4FF90FB1}"/>
              </a:ext>
            </a:extLst>
          </p:cNvPr>
          <p:cNvSpPr txBox="1"/>
          <p:nvPr userDrawn="1"/>
        </p:nvSpPr>
        <p:spPr>
          <a:xfrm>
            <a:off x="4857368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88AE7-48C9-D449-AAFC-F372C1B727DB}"/>
              </a:ext>
            </a:extLst>
          </p:cNvPr>
          <p:cNvSpPr txBox="1"/>
          <p:nvPr userDrawn="1"/>
        </p:nvSpPr>
        <p:spPr>
          <a:xfrm>
            <a:off x="7869860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160629-DB93-724B-88B9-3DC86111BBC6}"/>
              </a:ext>
            </a:extLst>
          </p:cNvPr>
          <p:cNvSpPr txBox="1"/>
          <p:nvPr userDrawn="1"/>
        </p:nvSpPr>
        <p:spPr>
          <a:xfrm>
            <a:off x="1898545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769D27-9E7D-7749-8B04-A515346B3007}"/>
              </a:ext>
            </a:extLst>
          </p:cNvPr>
          <p:cNvSpPr txBox="1"/>
          <p:nvPr userDrawn="1"/>
        </p:nvSpPr>
        <p:spPr>
          <a:xfrm>
            <a:off x="4857368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07A84-929A-7D43-912E-13A194EB7F5D}"/>
              </a:ext>
            </a:extLst>
          </p:cNvPr>
          <p:cNvSpPr txBox="1"/>
          <p:nvPr userDrawn="1"/>
        </p:nvSpPr>
        <p:spPr>
          <a:xfrm>
            <a:off x="7869860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73A62-18CE-5B49-B888-6488E5B83419}"/>
              </a:ext>
            </a:extLst>
          </p:cNvPr>
          <p:cNvSpPr txBox="1"/>
          <p:nvPr userDrawn="1"/>
        </p:nvSpPr>
        <p:spPr>
          <a:xfrm>
            <a:off x="1898545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570B1A-BBB0-4D4A-A9F4-C45EEADA40FE}"/>
              </a:ext>
            </a:extLst>
          </p:cNvPr>
          <p:cNvSpPr txBox="1"/>
          <p:nvPr userDrawn="1"/>
        </p:nvSpPr>
        <p:spPr>
          <a:xfrm>
            <a:off x="4857368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DEC0D-1816-F340-B65C-475B020BB15B}"/>
              </a:ext>
            </a:extLst>
          </p:cNvPr>
          <p:cNvSpPr txBox="1"/>
          <p:nvPr userDrawn="1"/>
        </p:nvSpPr>
        <p:spPr>
          <a:xfrm>
            <a:off x="7869860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399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 Map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5F60-5B8D-F84F-867F-FBC35425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5FB4E-95AD-4042-9DA7-170415C5A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62F8CB-95CF-DC47-9BC4-E87A1B7581FA}"/>
              </a:ext>
            </a:extLst>
          </p:cNvPr>
          <p:cNvGrpSpPr/>
          <p:nvPr userDrawn="1"/>
        </p:nvGrpSpPr>
        <p:grpSpPr>
          <a:xfrm>
            <a:off x="703638" y="2580785"/>
            <a:ext cx="10885618" cy="1192306"/>
            <a:chOff x="703638" y="2580785"/>
            <a:chExt cx="10885618" cy="119230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2989A8-935F-3F45-9E74-822A665D6950}"/>
                </a:ext>
              </a:extLst>
            </p:cNvPr>
            <p:cNvSpPr/>
            <p:nvPr/>
          </p:nvSpPr>
          <p:spPr>
            <a:xfrm>
              <a:off x="703638" y="2580785"/>
              <a:ext cx="10794178" cy="119230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7FB757-C327-054A-AA10-99AE95F2F943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2742149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AD801F7-4A9F-664B-9E33-44B2B6D7E64A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3618607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78F1A2-2548-104A-BB4A-E5EFB825F1FC}"/>
                </a:ext>
              </a:extLst>
            </p:cNvPr>
            <p:cNvCxnSpPr>
              <a:cxnSpLocks/>
            </p:cNvCxnSpPr>
            <p:nvPr/>
          </p:nvCxnSpPr>
          <p:spPr>
            <a:xfrm>
              <a:off x="795078" y="3181285"/>
              <a:ext cx="10794178" cy="0"/>
            </a:xfrm>
            <a:prstGeom prst="line">
              <a:avLst/>
            </a:prstGeom>
            <a:ln w="571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C6C742-6DF8-B948-A24D-0B15802AB8A5}"/>
              </a:ext>
            </a:extLst>
          </p:cNvPr>
          <p:cNvCxnSpPr/>
          <p:nvPr userDrawn="1"/>
        </p:nvCxnSpPr>
        <p:spPr>
          <a:xfrm flipV="1">
            <a:off x="1559858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C8682B-1FAD-DA4F-A543-FDF76E8B7240}"/>
              </a:ext>
            </a:extLst>
          </p:cNvPr>
          <p:cNvCxnSpPr/>
          <p:nvPr userDrawn="1"/>
        </p:nvCxnSpPr>
        <p:spPr>
          <a:xfrm flipV="1">
            <a:off x="3825729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6F6980-78FE-7D4F-BA73-48DBAC87F95E}"/>
              </a:ext>
            </a:extLst>
          </p:cNvPr>
          <p:cNvCxnSpPr/>
          <p:nvPr userDrawn="1"/>
        </p:nvCxnSpPr>
        <p:spPr>
          <a:xfrm flipV="1">
            <a:off x="6103103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44B11C-88EC-9D44-B277-3E2B9EFD1018}"/>
              </a:ext>
            </a:extLst>
          </p:cNvPr>
          <p:cNvCxnSpPr/>
          <p:nvPr userDrawn="1"/>
        </p:nvCxnSpPr>
        <p:spPr>
          <a:xfrm flipV="1">
            <a:off x="836897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B9550F-416D-7444-B92D-A4131063A2CC}"/>
              </a:ext>
            </a:extLst>
          </p:cNvPr>
          <p:cNvCxnSpPr/>
          <p:nvPr userDrawn="1"/>
        </p:nvCxnSpPr>
        <p:spPr>
          <a:xfrm flipV="1">
            <a:off x="1063250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838ABD1-9E2B-6148-9CB5-BF19A551776B}"/>
              </a:ext>
            </a:extLst>
          </p:cNvPr>
          <p:cNvSpPr/>
          <p:nvPr userDrawn="1"/>
        </p:nvSpPr>
        <p:spPr>
          <a:xfrm>
            <a:off x="1083764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612426A5-6134-AD4B-BB99-3481E46B46AA}"/>
              </a:ext>
            </a:extLst>
          </p:cNvPr>
          <p:cNvSpPr txBox="1">
            <a:spLocks/>
          </p:cNvSpPr>
          <p:nvPr userDrawn="1"/>
        </p:nvSpPr>
        <p:spPr>
          <a:xfrm>
            <a:off x="1164683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F4040-7709-0049-A5DB-B9D812A34B4F}"/>
              </a:ext>
            </a:extLst>
          </p:cNvPr>
          <p:cNvSpPr txBox="1"/>
          <p:nvPr userDrawn="1"/>
        </p:nvSpPr>
        <p:spPr>
          <a:xfrm>
            <a:off x="703638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3D7922-1867-104F-A563-27D52E332A43}"/>
              </a:ext>
            </a:extLst>
          </p:cNvPr>
          <p:cNvSpPr/>
          <p:nvPr userDrawn="1"/>
        </p:nvSpPr>
        <p:spPr>
          <a:xfrm>
            <a:off x="333573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58D6FDDB-A384-5342-91A6-5F9CB4FCF4F4}"/>
              </a:ext>
            </a:extLst>
          </p:cNvPr>
          <p:cNvSpPr txBox="1">
            <a:spLocks/>
          </p:cNvSpPr>
          <p:nvPr userDrawn="1"/>
        </p:nvSpPr>
        <p:spPr>
          <a:xfrm>
            <a:off x="341665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40EC21-37D2-FA4C-A510-E00DF3902F54}"/>
              </a:ext>
            </a:extLst>
          </p:cNvPr>
          <p:cNvSpPr txBox="1"/>
          <p:nvPr userDrawn="1"/>
        </p:nvSpPr>
        <p:spPr>
          <a:xfrm>
            <a:off x="2972190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DF5C00-47CB-E546-9B6C-E2942ECC4333}"/>
              </a:ext>
            </a:extLst>
          </p:cNvPr>
          <p:cNvSpPr txBox="1"/>
          <p:nvPr userDrawn="1"/>
        </p:nvSpPr>
        <p:spPr>
          <a:xfrm>
            <a:off x="5240742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08289-587B-0D4D-A103-5B037BC9D357}"/>
              </a:ext>
            </a:extLst>
          </p:cNvPr>
          <p:cNvSpPr txBox="1"/>
          <p:nvPr userDrawn="1"/>
        </p:nvSpPr>
        <p:spPr>
          <a:xfrm>
            <a:off x="7509294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D54E00-36FD-6A4A-8CBE-45AE4E6C6096}"/>
              </a:ext>
            </a:extLst>
          </p:cNvPr>
          <p:cNvSpPr txBox="1"/>
          <p:nvPr userDrawn="1"/>
        </p:nvSpPr>
        <p:spPr>
          <a:xfrm>
            <a:off x="9777846" y="4373591"/>
            <a:ext cx="17199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90225D-0A39-714F-85E5-935AF1FE2607}"/>
              </a:ext>
            </a:extLst>
          </p:cNvPr>
          <p:cNvSpPr/>
          <p:nvPr userDrawn="1"/>
        </p:nvSpPr>
        <p:spPr>
          <a:xfrm>
            <a:off x="5606890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5C404F19-0F48-224A-9203-26E9C0E48960}"/>
              </a:ext>
            </a:extLst>
          </p:cNvPr>
          <p:cNvSpPr txBox="1">
            <a:spLocks/>
          </p:cNvSpPr>
          <p:nvPr userDrawn="1"/>
        </p:nvSpPr>
        <p:spPr>
          <a:xfrm>
            <a:off x="5687809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DDE6C0-29F0-4540-B447-A90FC0DF2EFF}"/>
              </a:ext>
            </a:extLst>
          </p:cNvPr>
          <p:cNvSpPr/>
          <p:nvPr userDrawn="1"/>
        </p:nvSpPr>
        <p:spPr>
          <a:xfrm>
            <a:off x="786525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23F1B83B-D878-944D-9567-DC61C1378808}"/>
              </a:ext>
            </a:extLst>
          </p:cNvPr>
          <p:cNvSpPr txBox="1">
            <a:spLocks/>
          </p:cNvSpPr>
          <p:nvPr userDrawn="1"/>
        </p:nvSpPr>
        <p:spPr>
          <a:xfrm>
            <a:off x="794617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6539F8-3ED5-874C-8DFA-FE7CBACBF5F3}"/>
              </a:ext>
            </a:extLst>
          </p:cNvPr>
          <p:cNvSpPr/>
          <p:nvPr userDrawn="1"/>
        </p:nvSpPr>
        <p:spPr>
          <a:xfrm>
            <a:off x="10151975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B723999-0831-C349-B74F-88B1E3DC4F6E}"/>
              </a:ext>
            </a:extLst>
          </p:cNvPr>
          <p:cNvSpPr txBox="1">
            <a:spLocks/>
          </p:cNvSpPr>
          <p:nvPr userDrawn="1"/>
        </p:nvSpPr>
        <p:spPr>
          <a:xfrm>
            <a:off x="10232894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51658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Tone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6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6656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49956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46656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B745DB-7009-D941-BA81-929E496B95F9}"/>
              </a:ext>
            </a:extLst>
          </p:cNvPr>
          <p:cNvSpPr/>
          <p:nvPr userDrawn="1"/>
        </p:nvSpPr>
        <p:spPr>
          <a:xfrm>
            <a:off x="4383573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9" name="Textplatzhalter 16">
            <a:extLst>
              <a:ext uri="{FF2B5EF4-FFF2-40B4-BE49-F238E27FC236}">
                <a16:creationId xmlns:a16="http://schemas.microsoft.com/office/drawing/2014/main" id="{BB615877-1802-F146-A4F3-16D6BA68D7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34903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FDC4C53-65ED-FA46-8E9D-42224E59E0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38203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C45276E6-0477-B647-A80B-1E7B2C92A8A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734903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4DC670-8B78-634C-92CC-F6906EC341BE}"/>
              </a:ext>
            </a:extLst>
          </p:cNvPr>
          <p:cNvSpPr/>
          <p:nvPr userDrawn="1"/>
        </p:nvSpPr>
        <p:spPr>
          <a:xfrm>
            <a:off x="8071822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89D90CE4-8AB9-AC4F-BDCE-41AD5B6BA4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3152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EF6A06CD-19F3-9C44-9B70-36879C643E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26452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DFCDF2D1-D0B3-8F4C-93AC-F7653443E0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423152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C0822D-E6F9-4149-96B6-60D8C80D077E}"/>
              </a:ext>
            </a:extLst>
          </p:cNvPr>
          <p:cNvSpPr/>
          <p:nvPr userDrawn="1"/>
        </p:nvSpPr>
        <p:spPr>
          <a:xfrm>
            <a:off x="695326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0" name="Textplatzhalter 16">
            <a:extLst>
              <a:ext uri="{FF2B5EF4-FFF2-40B4-BE49-F238E27FC236}">
                <a16:creationId xmlns:a16="http://schemas.microsoft.com/office/drawing/2014/main" id="{0A9BF950-032D-DC4E-BC69-B756C4F0D2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46656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ED0E95E0-7A81-E24E-8C75-62CA101895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9956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5" name="Bildplatzhalter 2">
            <a:extLst>
              <a:ext uri="{FF2B5EF4-FFF2-40B4-BE49-F238E27FC236}">
                <a16:creationId xmlns:a16="http://schemas.microsoft.com/office/drawing/2014/main" id="{F9CB3061-1363-C24E-AE74-46127248049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046656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BBB1DB4-571E-BF4B-883A-3FB210DE055D}"/>
              </a:ext>
            </a:extLst>
          </p:cNvPr>
          <p:cNvSpPr/>
          <p:nvPr userDrawn="1"/>
        </p:nvSpPr>
        <p:spPr>
          <a:xfrm>
            <a:off x="4383573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9" name="Textplatzhalter 16">
            <a:extLst>
              <a:ext uri="{FF2B5EF4-FFF2-40B4-BE49-F238E27FC236}">
                <a16:creationId xmlns:a16="http://schemas.microsoft.com/office/drawing/2014/main" id="{FA75FC39-6AD8-5B43-B0F1-8B7CAD197B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34903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C2836CDB-0DA0-8044-A55B-E94C7143D5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38203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1" name="Bildplatzhalter 2">
            <a:extLst>
              <a:ext uri="{FF2B5EF4-FFF2-40B4-BE49-F238E27FC236}">
                <a16:creationId xmlns:a16="http://schemas.microsoft.com/office/drawing/2014/main" id="{2A632F5A-8834-FA44-A19A-8EB094C4728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734903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C35435D-1905-A04C-9A1F-F4930CA652A3}"/>
              </a:ext>
            </a:extLst>
          </p:cNvPr>
          <p:cNvSpPr/>
          <p:nvPr userDrawn="1"/>
        </p:nvSpPr>
        <p:spPr>
          <a:xfrm>
            <a:off x="8071822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85E2DF95-A8B3-254E-B6FC-DAE7FAAB433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3152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B8B17F90-BED5-7347-975D-8A9196EC679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26452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5" name="Bildplatzhalter 2">
            <a:extLst>
              <a:ext uri="{FF2B5EF4-FFF2-40B4-BE49-F238E27FC236}">
                <a16:creationId xmlns:a16="http://schemas.microsoft.com/office/drawing/2014/main" id="{781E3C63-38B0-8A43-95DB-715AF6A980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423152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57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6" y="3429000"/>
            <a:ext cx="2571981" cy="255920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841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Resources</a:t>
            </a:r>
            <a:endParaRPr lang="de-AT" b="1" i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853F-516C-B045-99BF-DE3C336533A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5325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E4093-59DC-D542-9D38-FF972A40AC05}"/>
              </a:ext>
            </a:extLst>
          </p:cNvPr>
          <p:cNvSpPr/>
          <p:nvPr userDrawn="1"/>
        </p:nvSpPr>
        <p:spPr>
          <a:xfrm>
            <a:off x="1484644" y="5624317"/>
            <a:ext cx="1782431" cy="3638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ECEE028-3D24-5440-982A-4066A0C9C5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12867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3DA3E9C-38FE-B743-9608-60A038B578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6828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7F1A6E51-07CE-114C-B3E9-E4689209D8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8676" y="5776592"/>
            <a:ext cx="186896" cy="59335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15BE1DE9-A471-3C48-99E1-FD0CD504FAED}"/>
              </a:ext>
            </a:extLst>
          </p:cNvPr>
          <p:cNvSpPr/>
          <p:nvPr userDrawn="1"/>
        </p:nvSpPr>
        <p:spPr>
          <a:xfrm>
            <a:off x="3441701" y="3429000"/>
            <a:ext cx="2571981" cy="2559204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5565746F-34A7-3044-AC95-69A80BBF14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44216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2AE54994-6CA4-FF4B-84DA-EBDA590EE3F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41700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B001E8-1AD7-8A4B-AF46-D9775C366A52}"/>
              </a:ext>
            </a:extLst>
          </p:cNvPr>
          <p:cNvSpPr/>
          <p:nvPr userDrawn="1"/>
        </p:nvSpPr>
        <p:spPr>
          <a:xfrm>
            <a:off x="4231019" y="5624317"/>
            <a:ext cx="1782431" cy="363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AF6339A-402A-0946-BB25-E2A76CE25E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9242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E6306669-4C2F-FF47-B7B4-48A8D8927D2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43203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CEE06E28-E2DD-E140-B1E6-9E4C5506D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5051" y="5776592"/>
            <a:ext cx="186896" cy="59335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E43A9E19-ED84-DE44-B5B3-2C37738CDFB6}"/>
              </a:ext>
            </a:extLst>
          </p:cNvPr>
          <p:cNvSpPr/>
          <p:nvPr userDrawn="1"/>
        </p:nvSpPr>
        <p:spPr>
          <a:xfrm>
            <a:off x="6189943" y="3429000"/>
            <a:ext cx="2571981" cy="2559204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37631E57-1873-3645-B231-02F46142AE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92458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E2BCA63C-2956-6344-B006-0CC1665A136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89942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255930-7514-CC4E-AC3B-6FF7E4A9782A}"/>
              </a:ext>
            </a:extLst>
          </p:cNvPr>
          <p:cNvSpPr/>
          <p:nvPr userDrawn="1"/>
        </p:nvSpPr>
        <p:spPr>
          <a:xfrm>
            <a:off x="6979261" y="5624317"/>
            <a:ext cx="1782431" cy="363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DB5C6CD-72F6-BC46-8780-85A9B3A32B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07484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24E10DD3-40EB-1F48-A742-4A39DCB757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91445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75" name="Graphic 74">
            <a:extLst>
              <a:ext uri="{FF2B5EF4-FFF2-40B4-BE49-F238E27FC236}">
                <a16:creationId xmlns:a16="http://schemas.microsoft.com/office/drawing/2014/main" id="{E28534D8-2382-BC4F-9828-4A70994CC2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3293" y="5776592"/>
            <a:ext cx="186896" cy="59335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0102FC69-F912-3840-B0A3-CDC7B6BE7DA4}"/>
              </a:ext>
            </a:extLst>
          </p:cNvPr>
          <p:cNvSpPr/>
          <p:nvPr userDrawn="1"/>
        </p:nvSpPr>
        <p:spPr>
          <a:xfrm>
            <a:off x="8937953" y="3429000"/>
            <a:ext cx="2571981" cy="2559204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6856440F-2BDA-5742-BC2F-D78CD21333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0468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8" name="Picture Placeholder 2">
            <a:extLst>
              <a:ext uri="{FF2B5EF4-FFF2-40B4-BE49-F238E27FC236}">
                <a16:creationId xmlns:a16="http://schemas.microsoft.com/office/drawing/2014/main" id="{B44C064A-DFD9-8541-A9E7-026868FC710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937952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4618681-A5A2-3243-86CE-226B0243DED4}"/>
              </a:ext>
            </a:extLst>
          </p:cNvPr>
          <p:cNvSpPr/>
          <p:nvPr userDrawn="1"/>
        </p:nvSpPr>
        <p:spPr>
          <a:xfrm>
            <a:off x="9727271" y="5624317"/>
            <a:ext cx="1782431" cy="363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9CE3A682-531E-524D-922C-0081AA6BD3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5494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2ABCE94E-993A-F347-9880-7B44B755D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39455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82" name="Graphic 81">
            <a:extLst>
              <a:ext uri="{FF2B5EF4-FFF2-40B4-BE49-F238E27FC236}">
                <a16:creationId xmlns:a16="http://schemas.microsoft.com/office/drawing/2014/main" id="{73269934-ACFF-4642-BE45-05FD81A6FE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1303" y="5776592"/>
            <a:ext cx="186896" cy="5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0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85325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AT" b="1" i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C4FBE4-60C5-1F44-A16F-697C9D4409C8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7946B817-5F89-6942-A26F-71700F6F2DB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2148466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922C7E-5B88-4940-82F3-5F639B0E0C72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07169467-5AC8-B244-B32E-6F11E99F5898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3511607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A316CA-706C-1645-8531-E53DECAB22A1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E29F08B3-E22D-814F-9172-6B001AA13922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4874748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AB3B87-2D67-2D48-97B7-29C601064E3C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5B26F650-2155-C04E-B17B-32AA3DC0B8F8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237889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00FB86-80E0-8040-9D64-780A6E51FB0A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5EB27509-6E4F-8042-BCF0-4D8E059274DB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7601030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2798CC-F796-4A4E-8815-8AA4BC7EC9F4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1" name="Bildplatzhalter 2">
            <a:extLst>
              <a:ext uri="{FF2B5EF4-FFF2-40B4-BE49-F238E27FC236}">
                <a16:creationId xmlns:a16="http://schemas.microsoft.com/office/drawing/2014/main" id="{E64E9748-DBE8-544E-8A08-CD64957679CA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8964171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238D0F-AA9D-8C4F-B2B3-B7783DF26218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3" name="Bildplatzhalter 2">
            <a:extLst>
              <a:ext uri="{FF2B5EF4-FFF2-40B4-BE49-F238E27FC236}">
                <a16:creationId xmlns:a16="http://schemas.microsoft.com/office/drawing/2014/main" id="{28B88225-30EF-CB40-A583-C2360DBBCBE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10327313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C655BC-D828-DD41-BB78-D634E2F68833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67" name="Bildplatzhalter 2">
            <a:extLst>
              <a:ext uri="{FF2B5EF4-FFF2-40B4-BE49-F238E27FC236}">
                <a16:creationId xmlns:a16="http://schemas.microsoft.com/office/drawing/2014/main" id="{2FBB1872-071C-4B46-8E91-21EAE10D2E9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785325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EAC0E60-FA7E-7A47-BC28-9B651AD59F0F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69" name="Bildplatzhalter 2">
            <a:extLst>
              <a:ext uri="{FF2B5EF4-FFF2-40B4-BE49-F238E27FC236}">
                <a16:creationId xmlns:a16="http://schemas.microsoft.com/office/drawing/2014/main" id="{F6C571F0-C249-5C49-ADEA-C93940202E1B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2148466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D03BA0B-233C-7844-BE77-EA7ABE2108DB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1" name="Bildplatzhalter 2">
            <a:extLst>
              <a:ext uri="{FF2B5EF4-FFF2-40B4-BE49-F238E27FC236}">
                <a16:creationId xmlns:a16="http://schemas.microsoft.com/office/drawing/2014/main" id="{00FC5BAA-D3A7-F74C-8DE2-5DFB785169E1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3511607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C303BAD-9499-8B45-A7FA-C630C73506BF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3" name="Bildplatzhalter 2">
            <a:extLst>
              <a:ext uri="{FF2B5EF4-FFF2-40B4-BE49-F238E27FC236}">
                <a16:creationId xmlns:a16="http://schemas.microsoft.com/office/drawing/2014/main" id="{F0A49170-BA72-BB46-BBAD-177A356EED1B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874748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EFF6B35-3E5C-6942-8287-F41435D2D881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5" name="Bildplatzhalter 2">
            <a:extLst>
              <a:ext uri="{FF2B5EF4-FFF2-40B4-BE49-F238E27FC236}">
                <a16:creationId xmlns:a16="http://schemas.microsoft.com/office/drawing/2014/main" id="{91431048-9A29-3A4D-ACAB-0EC6FCFC3989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6237889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38D5A0-D3B5-5249-9A0C-BAB6F75CF19F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7" name="Bildplatzhalter 2">
            <a:extLst>
              <a:ext uri="{FF2B5EF4-FFF2-40B4-BE49-F238E27FC236}">
                <a16:creationId xmlns:a16="http://schemas.microsoft.com/office/drawing/2014/main" id="{05DE86DE-8486-8249-9C79-CDC1E43CC8B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7601030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98CB7D2-10EE-5949-8362-4AC3DC13BD3B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9" name="Bildplatzhalter 2">
            <a:extLst>
              <a:ext uri="{FF2B5EF4-FFF2-40B4-BE49-F238E27FC236}">
                <a16:creationId xmlns:a16="http://schemas.microsoft.com/office/drawing/2014/main" id="{B02C190B-F670-374D-A639-87966F0CD316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964171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CFE6262-E395-BF44-8BD0-E7B70ABDC9AD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FF326297-491C-6E4B-A332-AA1891C1E99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10327313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24780E3-F1D9-4649-85E5-B95DF4B76973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3" name="Bildplatzhalter 2">
            <a:extLst>
              <a:ext uri="{FF2B5EF4-FFF2-40B4-BE49-F238E27FC236}">
                <a16:creationId xmlns:a16="http://schemas.microsoft.com/office/drawing/2014/main" id="{322E110D-CEF5-FD43-A78A-CA0DB348C57C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785325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736C32C-42D7-AC4C-B557-4F67B653270F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5" name="Bildplatzhalter 2">
            <a:extLst>
              <a:ext uri="{FF2B5EF4-FFF2-40B4-BE49-F238E27FC236}">
                <a16:creationId xmlns:a16="http://schemas.microsoft.com/office/drawing/2014/main" id="{B406CE15-D851-FD4E-9530-E54868CA283E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2148466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04FDBB2-CF4C-6842-B6E2-15126856974E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7" name="Bildplatzhalter 2">
            <a:extLst>
              <a:ext uri="{FF2B5EF4-FFF2-40B4-BE49-F238E27FC236}">
                <a16:creationId xmlns:a16="http://schemas.microsoft.com/office/drawing/2014/main" id="{EFA8AF72-DB1B-6646-BE08-3BB98EDE64EE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>
          <a:xfrm>
            <a:off x="3511607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58B6DAC-BE86-234F-A1B3-A0CD2AE469C3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9" name="Bildplatzhalter 2">
            <a:extLst>
              <a:ext uri="{FF2B5EF4-FFF2-40B4-BE49-F238E27FC236}">
                <a16:creationId xmlns:a16="http://schemas.microsoft.com/office/drawing/2014/main" id="{C5ABEC5D-4D02-864B-AE73-39EC79C675FF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4874748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8156343-64E5-3C4E-8D36-608996C6AE61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1" name="Bildplatzhalter 2">
            <a:extLst>
              <a:ext uri="{FF2B5EF4-FFF2-40B4-BE49-F238E27FC236}">
                <a16:creationId xmlns:a16="http://schemas.microsoft.com/office/drawing/2014/main" id="{B8E4F816-31AA-E24D-B716-047DA658A395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6237889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9569701-78F4-5E46-B341-4815D6176B46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3" name="Bildplatzhalter 2">
            <a:extLst>
              <a:ext uri="{FF2B5EF4-FFF2-40B4-BE49-F238E27FC236}">
                <a16:creationId xmlns:a16="http://schemas.microsoft.com/office/drawing/2014/main" id="{48C66223-E478-D64D-B335-F7FE4D648D09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7601030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A18006F-CC4F-F142-B6CE-5BF9A3ECD4A7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5" name="Bildplatzhalter 2">
            <a:extLst>
              <a:ext uri="{FF2B5EF4-FFF2-40B4-BE49-F238E27FC236}">
                <a16:creationId xmlns:a16="http://schemas.microsoft.com/office/drawing/2014/main" id="{11E75ACC-04E6-E74E-BBA4-565C379513FF}"/>
              </a:ext>
            </a:extLst>
          </p:cNvPr>
          <p:cNvSpPr>
            <a:spLocks noGrp="1" noChangeAspect="1"/>
          </p:cNvSpPr>
          <p:nvPr>
            <p:ph type="pic" sz="quarter" idx="44" hasCustomPrompt="1"/>
          </p:nvPr>
        </p:nvSpPr>
        <p:spPr>
          <a:xfrm>
            <a:off x="8964171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64E4F49-5E3B-934F-9278-8755016FFCF9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7" name="Bildplatzhalter 2">
            <a:extLst>
              <a:ext uri="{FF2B5EF4-FFF2-40B4-BE49-F238E27FC236}">
                <a16:creationId xmlns:a16="http://schemas.microsoft.com/office/drawing/2014/main" id="{C578DE0A-820C-9447-AA81-A6D6F906B65E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327313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88066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17">
            <a:extLst>
              <a:ext uri="{FF2B5EF4-FFF2-40B4-BE49-F238E27FC236}">
                <a16:creationId xmlns:a16="http://schemas.microsoft.com/office/drawing/2014/main" id="{7B6D6951-F7A6-0748-89D7-C408A0E2CBA3}"/>
              </a:ext>
            </a:extLst>
          </p:cNvPr>
          <p:cNvSpPr/>
          <p:nvPr userDrawn="1"/>
        </p:nvSpPr>
        <p:spPr>
          <a:xfrm>
            <a:off x="0" y="4099028"/>
            <a:ext cx="4276726" cy="2066821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923AD2F-CC19-9A47-8675-AE6C2E033850}"/>
              </a:ext>
            </a:extLst>
          </p:cNvPr>
          <p:cNvSpPr txBox="1"/>
          <p:nvPr userDrawn="1"/>
        </p:nvSpPr>
        <p:spPr>
          <a:xfrm>
            <a:off x="603746" y="4337356"/>
            <a:ext cx="4014973" cy="1589981"/>
          </a:xfrm>
          <a:prstGeom prst="rect">
            <a:avLst/>
          </a:prstGeom>
          <a:noFill/>
        </p:spPr>
        <p:txBody>
          <a:bodyPr wrap="square" numCol="3" spcCol="0" rtlCol="0">
            <a:noAutofit/>
          </a:bodyPr>
          <a:lstStyle/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North America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Chicago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Philadelphia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Pittsburgh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Raleigh</a:t>
            </a: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Latin America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Lima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Mexico City</a:t>
            </a:r>
            <a:b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Europe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Amsterdam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Belgrade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Helsinki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London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Madrid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Milan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Munich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Paris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Rome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Vienna</a:t>
            </a: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Middle East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Abu Dhabi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Dubai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Islamabad</a:t>
            </a: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Asia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Singapore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Shanghai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Sydney</a:t>
            </a:r>
          </a:p>
        </p:txBody>
      </p:sp>
      <p:sp>
        <p:nvSpPr>
          <p:cNvPr id="37" name="Titelplatzhalter 1">
            <a:extLst>
              <a:ext uri="{FF2B5EF4-FFF2-40B4-BE49-F238E27FC236}">
                <a16:creationId xmlns:a16="http://schemas.microsoft.com/office/drawing/2014/main" id="{E1B7816B-CF77-9843-A051-7680314EE5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49"/>
            <a:ext cx="5392362" cy="1241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pic>
        <p:nvPicPr>
          <p:cNvPr id="36" name="Grafik 16">
            <a:extLst>
              <a:ext uri="{FF2B5EF4-FFF2-40B4-BE49-F238E27FC236}">
                <a16:creationId xmlns:a16="http://schemas.microsoft.com/office/drawing/2014/main" id="{4E6CD049-928A-4641-AC32-B3F24DDCAE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7672" y="5540727"/>
            <a:ext cx="618108" cy="63248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1091A60-5C1C-5642-A2EE-7BCBAEF2EC7A}"/>
              </a:ext>
            </a:extLst>
          </p:cNvPr>
          <p:cNvGrpSpPr/>
          <p:nvPr userDrawn="1"/>
        </p:nvGrpSpPr>
        <p:grpSpPr>
          <a:xfrm>
            <a:off x="3652664" y="1852815"/>
            <a:ext cx="8128929" cy="4313035"/>
            <a:chOff x="3652664" y="1852815"/>
            <a:chExt cx="8128929" cy="4313035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343BDC74-F75A-D146-BCE3-C08656E564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652664" y="1852815"/>
              <a:ext cx="8128929" cy="4313035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D837FD-4D17-9549-98E5-8E1117E63335}"/>
                </a:ext>
              </a:extLst>
            </p:cNvPr>
            <p:cNvSpPr/>
            <p:nvPr userDrawn="1"/>
          </p:nvSpPr>
          <p:spPr>
            <a:xfrm>
              <a:off x="10164763" y="378618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80B90B-D7C1-124E-9F5F-C30D21FAC9E8}"/>
                </a:ext>
              </a:extLst>
            </p:cNvPr>
            <p:cNvSpPr/>
            <p:nvPr userDrawn="1"/>
          </p:nvSpPr>
          <p:spPr>
            <a:xfrm>
              <a:off x="9780328" y="454780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AB5896E-6F16-174E-8E63-9024F909C75A}"/>
                </a:ext>
              </a:extLst>
            </p:cNvPr>
            <p:cNvSpPr/>
            <p:nvPr userDrawn="1"/>
          </p:nvSpPr>
          <p:spPr>
            <a:xfrm>
              <a:off x="9173664" y="384181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996239A-532B-104E-813B-3E2C1D611CFF}"/>
                </a:ext>
              </a:extLst>
            </p:cNvPr>
            <p:cNvSpPr/>
            <p:nvPr userDrawn="1"/>
          </p:nvSpPr>
          <p:spPr>
            <a:xfrm>
              <a:off x="7724008" y="351354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56F83BB-190A-4B4F-98FC-DC03D470EE9F}"/>
                </a:ext>
              </a:extLst>
            </p:cNvPr>
            <p:cNvSpPr/>
            <p:nvPr userDrawn="1"/>
          </p:nvSpPr>
          <p:spPr>
            <a:xfrm>
              <a:off x="7464425" y="331663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2706F5F-B6E1-7749-B6B2-636F57EBA943}"/>
                </a:ext>
              </a:extLst>
            </p:cNvPr>
            <p:cNvSpPr/>
            <p:nvPr userDrawn="1"/>
          </p:nvSpPr>
          <p:spPr>
            <a:xfrm>
              <a:off x="7312239" y="354951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D299D1-8133-494F-9575-3FED767025F5}"/>
                </a:ext>
              </a:extLst>
            </p:cNvPr>
            <p:cNvSpPr/>
            <p:nvPr userDrawn="1"/>
          </p:nvSpPr>
          <p:spPr>
            <a:xfrm>
              <a:off x="7986123" y="289869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C875EF2-0DE4-5646-9C63-54B51A33E119}"/>
                </a:ext>
              </a:extLst>
            </p:cNvPr>
            <p:cNvSpPr/>
            <p:nvPr userDrawn="1"/>
          </p:nvSpPr>
          <p:spPr>
            <a:xfrm>
              <a:off x="7747146" y="330998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1CDCF6-FD1A-C345-A667-6C16D164AC06}"/>
                </a:ext>
              </a:extLst>
            </p:cNvPr>
            <p:cNvSpPr/>
            <p:nvPr userDrawn="1"/>
          </p:nvSpPr>
          <p:spPr>
            <a:xfrm>
              <a:off x="7532955" y="317243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A7C5325-4E6D-B449-987E-5435DFA75DD0}"/>
                </a:ext>
              </a:extLst>
            </p:cNvPr>
            <p:cNvSpPr/>
            <p:nvPr userDrawn="1"/>
          </p:nvSpPr>
          <p:spPr>
            <a:xfrm>
              <a:off x="7896678" y="341525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B5E8A21-A7AD-F744-A2DD-EFB2164F5D2F}"/>
                </a:ext>
              </a:extLst>
            </p:cNvPr>
            <p:cNvSpPr/>
            <p:nvPr userDrawn="1"/>
          </p:nvSpPr>
          <p:spPr>
            <a:xfrm>
              <a:off x="7649242" y="341525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B861E3F-7AC2-A545-A85A-2C7712C50B52}"/>
                </a:ext>
              </a:extLst>
            </p:cNvPr>
            <p:cNvSpPr/>
            <p:nvPr userDrawn="1"/>
          </p:nvSpPr>
          <p:spPr>
            <a:xfrm>
              <a:off x="7626104" y="330403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15BBEA7-4F7C-8941-A31C-120E41DA66EE}"/>
                </a:ext>
              </a:extLst>
            </p:cNvPr>
            <p:cNvSpPr/>
            <p:nvPr userDrawn="1"/>
          </p:nvSpPr>
          <p:spPr>
            <a:xfrm>
              <a:off x="7389495" y="3206132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65D6CA5-237A-F04B-A659-A56611A2E0C1}"/>
                </a:ext>
              </a:extLst>
            </p:cNvPr>
            <p:cNvSpPr/>
            <p:nvPr userDrawn="1"/>
          </p:nvSpPr>
          <p:spPr>
            <a:xfrm>
              <a:off x="5656356" y="482652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accent2"/>
                </a:solidFill>
                <a:latin typeface="Inter Light" panose="020B05020300000000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8B76D22-69FF-A041-8F1C-3E5777BC74C5}"/>
                </a:ext>
              </a:extLst>
            </p:cNvPr>
            <p:cNvSpPr/>
            <p:nvPr userDrawn="1"/>
          </p:nvSpPr>
          <p:spPr>
            <a:xfrm>
              <a:off x="5192986" y="4142365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B5BD159-B825-6C49-9B91-2DC9096C35E5}"/>
                </a:ext>
              </a:extLst>
            </p:cNvPr>
            <p:cNvSpPr/>
            <p:nvPr userDrawn="1"/>
          </p:nvSpPr>
          <p:spPr>
            <a:xfrm>
              <a:off x="5602001" y="351315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CE1FA4B-979E-0D45-99BA-5A4203801B04}"/>
                </a:ext>
              </a:extLst>
            </p:cNvPr>
            <p:cNvSpPr/>
            <p:nvPr userDrawn="1"/>
          </p:nvSpPr>
          <p:spPr>
            <a:xfrm>
              <a:off x="5590602" y="365439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AD5E702-70A6-784B-B9E4-67AC8C6926F1}"/>
                </a:ext>
              </a:extLst>
            </p:cNvPr>
            <p:cNvSpPr/>
            <p:nvPr userDrawn="1"/>
          </p:nvSpPr>
          <p:spPr>
            <a:xfrm>
              <a:off x="5602001" y="323480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FC899CB-7555-BC4E-B11E-7F5762317233}"/>
                </a:ext>
              </a:extLst>
            </p:cNvPr>
            <p:cNvSpPr/>
            <p:nvPr userDrawn="1"/>
          </p:nvSpPr>
          <p:spPr>
            <a:xfrm>
              <a:off x="5725719" y="3549754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9D25A5B-7587-DE49-B006-D32C05FC4C27}"/>
                </a:ext>
              </a:extLst>
            </p:cNvPr>
            <p:cNvSpPr/>
            <p:nvPr userDrawn="1"/>
          </p:nvSpPr>
          <p:spPr>
            <a:xfrm>
              <a:off x="8663509" y="3980995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5DD2AF0-20B0-8844-8387-80B98C6159AC}"/>
                </a:ext>
              </a:extLst>
            </p:cNvPr>
            <p:cNvSpPr/>
            <p:nvPr userDrawn="1"/>
          </p:nvSpPr>
          <p:spPr>
            <a:xfrm>
              <a:off x="8565605" y="402994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F854F5A-FE7A-9B4D-A7AD-6BB5114F3D4C}"/>
                </a:ext>
              </a:extLst>
            </p:cNvPr>
            <p:cNvSpPr/>
            <p:nvPr userDrawn="1"/>
          </p:nvSpPr>
          <p:spPr>
            <a:xfrm>
              <a:off x="10841762" y="544282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155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013E26B8-68C3-F44C-A6C0-0CA4AC3A4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4432" y="1710681"/>
            <a:ext cx="6030755" cy="998538"/>
          </a:xfrm>
        </p:spPr>
        <p:txBody>
          <a:bodyPr>
            <a:normAutofit/>
          </a:bodyPr>
          <a:lstStyle>
            <a:lvl1pPr>
              <a:defRPr sz="65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55" name="Rechteck 34">
            <a:extLst>
              <a:ext uri="{FF2B5EF4-FFF2-40B4-BE49-F238E27FC236}">
                <a16:creationId xmlns:a16="http://schemas.microsoft.com/office/drawing/2014/main" id="{E9FAE6DE-E0AA-7A46-96BA-F522EE88F198}"/>
              </a:ext>
            </a:extLst>
          </p:cNvPr>
          <p:cNvSpPr/>
          <p:nvPr userDrawn="1"/>
        </p:nvSpPr>
        <p:spPr>
          <a:xfrm>
            <a:off x="0" y="0"/>
            <a:ext cx="4109466" cy="5349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ECEF4925-1789-C045-BD7A-8786C6F978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4432" y="2720115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chemeClr val="tx2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chemeClr val="tx2"/>
                </a:solidFill>
                <a:effectLst/>
                <a:latin typeface="Inter Light" panose="020B0502030000000004" pitchFamily="34" charset="0"/>
              </a:rPr>
              <a:t>Click to edit subheading</a:t>
            </a:r>
          </a:p>
        </p:txBody>
      </p:sp>
      <p:sp>
        <p:nvSpPr>
          <p:cNvPr id="65" name="Bildplatzhalter 7">
            <a:extLst>
              <a:ext uri="{FF2B5EF4-FFF2-40B4-BE49-F238E27FC236}">
                <a16:creationId xmlns:a16="http://schemas.microsoft.com/office/drawing/2014/main" id="{77D8957A-F82E-0A48-8A4E-6F5E3137F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6" y="1714400"/>
            <a:ext cx="4032248" cy="4451449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98" name="Grafik 13">
            <a:extLst>
              <a:ext uri="{FF2B5EF4-FFF2-40B4-BE49-F238E27FC236}">
                <a16:creationId xmlns:a16="http://schemas.microsoft.com/office/drawing/2014/main" id="{22C83401-3268-AA4D-B9EB-135E930AC0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12642" y="1711108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013E26B8-68C3-F44C-A6C0-0CA4AC3A4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5919" y="704967"/>
            <a:ext cx="6030755" cy="998538"/>
          </a:xfrm>
        </p:spPr>
        <p:txBody>
          <a:bodyPr>
            <a:normAutofit/>
          </a:bodyPr>
          <a:lstStyle>
            <a:lvl1pPr>
              <a:defRPr sz="65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55" name="Rechteck 34">
            <a:extLst>
              <a:ext uri="{FF2B5EF4-FFF2-40B4-BE49-F238E27FC236}">
                <a16:creationId xmlns:a16="http://schemas.microsoft.com/office/drawing/2014/main" id="{E9FAE6DE-E0AA-7A46-96BA-F522EE88F198}"/>
              </a:ext>
            </a:extLst>
          </p:cNvPr>
          <p:cNvSpPr/>
          <p:nvPr userDrawn="1"/>
        </p:nvSpPr>
        <p:spPr>
          <a:xfrm>
            <a:off x="0" y="0"/>
            <a:ext cx="4109466" cy="5349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7" name="Textplatzhalter 16">
            <a:extLst>
              <a:ext uri="{FF2B5EF4-FFF2-40B4-BE49-F238E27FC236}">
                <a16:creationId xmlns:a16="http://schemas.microsoft.com/office/drawing/2014/main" id="{15142D53-B3EA-CB49-AE6E-38FFEC98D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1133" y="3066325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58" name="Grafik 16">
            <a:extLst>
              <a:ext uri="{FF2B5EF4-FFF2-40B4-BE49-F238E27FC236}">
                <a16:creationId xmlns:a16="http://schemas.microsoft.com/office/drawing/2014/main" id="{CE6F5C69-3723-1144-959E-AAB357634D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064423"/>
            <a:ext cx="295491" cy="297582"/>
          </a:xfrm>
          <a:prstGeom prst="rect">
            <a:avLst/>
          </a:prstGeom>
        </p:spPr>
      </p:pic>
      <p:sp>
        <p:nvSpPr>
          <p:cNvPr id="59" name="Textplatzhalter 16">
            <a:extLst>
              <a:ext uri="{FF2B5EF4-FFF2-40B4-BE49-F238E27FC236}">
                <a16:creationId xmlns:a16="http://schemas.microsoft.com/office/drawing/2014/main" id="{D76CAA1F-4331-084F-96A2-D2874B7085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1133" y="3754947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0" name="Grafik 16">
            <a:extLst>
              <a:ext uri="{FF2B5EF4-FFF2-40B4-BE49-F238E27FC236}">
                <a16:creationId xmlns:a16="http://schemas.microsoft.com/office/drawing/2014/main" id="{AC40E66D-0AFC-F742-A67A-A7C294CFD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738691"/>
            <a:ext cx="295491" cy="297582"/>
          </a:xfrm>
          <a:prstGeom prst="rect">
            <a:avLst/>
          </a:prstGeom>
        </p:spPr>
      </p:pic>
      <p:sp>
        <p:nvSpPr>
          <p:cNvPr id="61" name="Textplatzhalter 16">
            <a:extLst>
              <a:ext uri="{FF2B5EF4-FFF2-40B4-BE49-F238E27FC236}">
                <a16:creationId xmlns:a16="http://schemas.microsoft.com/office/drawing/2014/main" id="{14E37E97-6CFF-FC47-A560-8C59A2E35B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1134" y="4443569"/>
            <a:ext cx="5508240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2" name="Grafik 16">
            <a:extLst>
              <a:ext uri="{FF2B5EF4-FFF2-40B4-BE49-F238E27FC236}">
                <a16:creationId xmlns:a16="http://schemas.microsoft.com/office/drawing/2014/main" id="{6F314F01-EC0E-7041-8248-016987360C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4427313"/>
            <a:ext cx="295491" cy="297582"/>
          </a:xfrm>
          <a:prstGeom prst="rect">
            <a:avLst/>
          </a:prstGeom>
        </p:spPr>
      </p:pic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ECEF4925-1789-C045-BD7A-8786C6F978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65919" y="1714401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chemeClr val="tx2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chemeClr val="tx2"/>
                </a:solidFill>
                <a:effectLst/>
                <a:latin typeface="Inter Light" panose="020B0502030000000004" pitchFamily="34" charset="0"/>
              </a:rPr>
              <a:t>Click to insert Name</a:t>
            </a:r>
          </a:p>
        </p:txBody>
      </p:sp>
      <p:sp>
        <p:nvSpPr>
          <p:cNvPr id="64" name="Textplatzhalter 16">
            <a:extLst>
              <a:ext uri="{FF2B5EF4-FFF2-40B4-BE49-F238E27FC236}">
                <a16:creationId xmlns:a16="http://schemas.microsoft.com/office/drawing/2014/main" id="{428366D1-E1A8-5B4F-BBCA-636DFCB48F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5919" y="2182592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5" name="Bildplatzhalter 7">
            <a:extLst>
              <a:ext uri="{FF2B5EF4-FFF2-40B4-BE49-F238E27FC236}">
                <a16:creationId xmlns:a16="http://schemas.microsoft.com/office/drawing/2014/main" id="{77D8957A-F82E-0A48-8A4E-6F5E3137F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6" y="1714401"/>
            <a:ext cx="4032248" cy="2999064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98" name="Grafik 13">
            <a:extLst>
              <a:ext uri="{FF2B5EF4-FFF2-40B4-BE49-F238E27FC236}">
                <a16:creationId xmlns:a16="http://schemas.microsoft.com/office/drawing/2014/main" id="{22C83401-3268-AA4D-B9EB-135E930AC0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12642" y="1711108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47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517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85B61-26F5-ABA7-85BF-B559C4FAA917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7AB09B-D766-5EE2-4333-DF1BAB451CCE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B2A15-02AB-7618-36A5-EFF7F8C585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644893"/>
            <a:ext cx="11073160" cy="4286918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A0D1F9-AA3D-3693-6082-E1CBF3A34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1665" b="43442"/>
          <a:stretch/>
        </p:blipFill>
        <p:spPr>
          <a:xfrm>
            <a:off x="570573" y="6423102"/>
            <a:ext cx="1745734" cy="25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2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AB2AA1-BAEB-0E4E-9069-A7321058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slide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851B38-E4B3-4343-B4C2-807F67FE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638" y="1825625"/>
            <a:ext cx="10768930" cy="43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DB310F-0653-BD4A-BEAC-698936BB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88488" y="6356350"/>
            <a:ext cx="865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E0097507-0F05-A245-B19F-052C1223ECE3}"/>
              </a:ext>
            </a:extLst>
          </p:cNvPr>
          <p:cNvSpPr txBox="1">
            <a:spLocks/>
          </p:cNvSpPr>
          <p:nvPr userDrawn="1"/>
        </p:nvSpPr>
        <p:spPr>
          <a:xfrm>
            <a:off x="703638" y="6356351"/>
            <a:ext cx="3024187" cy="365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 i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rPr>
              <a:t>© Copyright 2021 Jaggaer – All Rights Reserved</a:t>
            </a:r>
            <a:endParaRPr lang="de-DE" sz="800" b="0" i="0">
              <a:solidFill>
                <a:schemeClr val="bg1">
                  <a:lumMod val="50000"/>
                </a:schemeClr>
              </a:solidFill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53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4" r:id="rId5"/>
    <p:sldLayoutId id="2147483665" r:id="rId6"/>
    <p:sldLayoutId id="2147483677" r:id="rId7"/>
    <p:sldLayoutId id="2147483673" r:id="rId8"/>
    <p:sldLayoutId id="2147483678" r:id="rId9"/>
    <p:sldLayoutId id="2147483666" r:id="rId10"/>
    <p:sldLayoutId id="2147483662" r:id="rId11"/>
    <p:sldLayoutId id="2147483653" r:id="rId12"/>
    <p:sldLayoutId id="2147483691" r:id="rId13"/>
    <p:sldLayoutId id="2147483685" r:id="rId14"/>
    <p:sldLayoutId id="2147483660" r:id="rId15"/>
    <p:sldLayoutId id="2147483654" r:id="rId16"/>
    <p:sldLayoutId id="2147483661" r:id="rId17"/>
    <p:sldLayoutId id="2147483681" r:id="rId18"/>
    <p:sldLayoutId id="2147483672" r:id="rId19"/>
    <p:sldLayoutId id="2147483667" r:id="rId20"/>
    <p:sldLayoutId id="2147483659" r:id="rId21"/>
    <p:sldLayoutId id="2147483669" r:id="rId22"/>
    <p:sldLayoutId id="2147483670" r:id="rId23"/>
    <p:sldLayoutId id="2147483671" r:id="rId24"/>
    <p:sldLayoutId id="2147483658" r:id="rId25"/>
    <p:sldLayoutId id="2147483663" r:id="rId26"/>
    <p:sldLayoutId id="2147483674" r:id="rId27"/>
    <p:sldLayoutId id="2147483692" r:id="rId28"/>
    <p:sldLayoutId id="2147483689" r:id="rId29"/>
    <p:sldLayoutId id="2147483690" r:id="rId30"/>
    <p:sldLayoutId id="2147483676" r:id="rId31"/>
    <p:sldLayoutId id="2147483682" r:id="rId32"/>
    <p:sldLayoutId id="2147483679" r:id="rId33"/>
    <p:sldLayoutId id="2147483668" r:id="rId34"/>
    <p:sldLayoutId id="2147483686" r:id="rId35"/>
    <p:sldLayoutId id="2147483684" r:id="rId36"/>
    <p:sldLayoutId id="2147483680" r:id="rId37"/>
    <p:sldLayoutId id="2147483699" r:id="rId3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Inter" panose="02000403000000020004" pitchFamily="2" charset="0"/>
          <a:ea typeface="Inter" panose="02000403000000020004" pitchFamily="2" charset="0"/>
          <a:cs typeface="Inter" panose="020004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8636A-6EBD-D62E-10B6-7654CFA6F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1588E5-3D45-66B9-D4D9-E61AE8A76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335155"/>
              </p:ext>
            </p:extLst>
          </p:nvPr>
        </p:nvGraphicFramePr>
        <p:xfrm>
          <a:off x="7600685" y="1374906"/>
          <a:ext cx="4248172" cy="433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217">
                  <a:extLst>
                    <a:ext uri="{9D8B030D-6E8A-4147-A177-3AD203B41FA5}">
                      <a16:colId xmlns:a16="http://schemas.microsoft.com/office/drawing/2014/main" val="31395855"/>
                    </a:ext>
                  </a:extLst>
                </a:gridCol>
                <a:gridCol w="2262955">
                  <a:extLst>
                    <a:ext uri="{9D8B030D-6E8A-4147-A177-3AD203B41FA5}">
                      <a16:colId xmlns:a16="http://schemas.microsoft.com/office/drawing/2014/main" val="606640302"/>
                    </a:ext>
                  </a:extLst>
                </a:gridCol>
              </a:tblGrid>
              <a:tr h="622914"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KPI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Status (FY25)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880005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# of Approved Contracts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602438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Contracts w/ Renewals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08048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ePro Contracts with Spend (%)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946026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Sourcing Events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548041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Estimated Sourcing Effectiveness*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66090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Sourcing Events Awarded (%)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00507"/>
                  </a:ext>
                </a:extLst>
              </a:tr>
            </a:tbl>
          </a:graphicData>
        </a:graphic>
      </p:graphicFrame>
      <p:sp>
        <p:nvSpPr>
          <p:cNvPr id="4" name="Rounded Rectangle 301">
            <a:extLst>
              <a:ext uri="{FF2B5EF4-FFF2-40B4-BE49-F238E27FC236}">
                <a16:creationId xmlns:a16="http://schemas.microsoft.com/office/drawing/2014/main" id="{4A54DB29-8BF5-5C89-41CA-C6EF5A46AA40}"/>
              </a:ext>
            </a:extLst>
          </p:cNvPr>
          <p:cNvSpPr/>
          <p:nvPr/>
        </p:nvSpPr>
        <p:spPr>
          <a:xfrm>
            <a:off x="9819540" y="2792202"/>
            <a:ext cx="157479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1,188</a:t>
            </a:r>
          </a:p>
        </p:txBody>
      </p:sp>
      <p:sp>
        <p:nvSpPr>
          <p:cNvPr id="6" name="Rounded Rectangle 301">
            <a:extLst>
              <a:ext uri="{FF2B5EF4-FFF2-40B4-BE49-F238E27FC236}">
                <a16:creationId xmlns:a16="http://schemas.microsoft.com/office/drawing/2014/main" id="{618E9FBE-F4C4-7E1B-EDE3-77E50656A623}"/>
              </a:ext>
            </a:extLst>
          </p:cNvPr>
          <p:cNvSpPr/>
          <p:nvPr/>
        </p:nvSpPr>
        <p:spPr>
          <a:xfrm>
            <a:off x="9841034" y="3404554"/>
            <a:ext cx="157479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51%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FF8CDA-6E08-60F5-6F68-FD3C59FE62AB}"/>
              </a:ext>
            </a:extLst>
          </p:cNvPr>
          <p:cNvSpPr/>
          <p:nvPr/>
        </p:nvSpPr>
        <p:spPr>
          <a:xfrm>
            <a:off x="0" y="960450"/>
            <a:ext cx="3445162" cy="778712"/>
          </a:xfrm>
          <a:prstGeom prst="rect">
            <a:avLst/>
          </a:prstGeom>
          <a:solidFill>
            <a:srgbClr val="C8AD72">
              <a:alpha val="2992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S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70E15A4-06CA-3C67-D64C-31FE82962744}"/>
              </a:ext>
            </a:extLst>
          </p:cNvPr>
          <p:cNvSpPr txBox="1">
            <a:spLocks/>
          </p:cNvSpPr>
          <p:nvPr/>
        </p:nvSpPr>
        <p:spPr>
          <a:xfrm>
            <a:off x="1805013" y="159440"/>
            <a:ext cx="7900158" cy="567809"/>
          </a:xfrm>
          <a:prstGeom prst="rect">
            <a:avLst/>
          </a:prstGeom>
        </p:spPr>
        <p:txBody>
          <a:bodyPr/>
          <a:lstStyle>
            <a:lvl1pPr marL="174625" indent="-1746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032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18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04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90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Operational Performance Overview – Upstream</a:t>
            </a:r>
            <a:endParaRPr lang="en-US" sz="2400" dirty="0">
              <a:solidFill>
                <a:srgbClr val="3F434F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35BD9FC-94EA-5F24-7ADF-661027BF47C9}"/>
              </a:ext>
            </a:extLst>
          </p:cNvPr>
          <p:cNvCxnSpPr/>
          <p:nvPr/>
        </p:nvCxnSpPr>
        <p:spPr>
          <a:xfrm>
            <a:off x="1615614" y="65974"/>
            <a:ext cx="0" cy="778711"/>
          </a:xfrm>
          <a:prstGeom prst="line">
            <a:avLst/>
          </a:prstGeom>
          <a:ln w="50800">
            <a:solidFill>
              <a:srgbClr val="374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2EF88CC-A6C8-3EA0-3DE0-BC1625F4E4E4}"/>
              </a:ext>
            </a:extLst>
          </p:cNvPr>
          <p:cNvSpPr txBox="1"/>
          <p:nvPr/>
        </p:nvSpPr>
        <p:spPr>
          <a:xfrm>
            <a:off x="754691" y="1301621"/>
            <a:ext cx="22521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July 1, 2024 – June 30, 2025</a:t>
            </a:r>
            <a:endParaRPr lang="en-US" sz="1400" b="1" dirty="0">
              <a:solidFill>
                <a:schemeClr val="tx1"/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F8FFCB-5680-B544-CA54-27F99B7796F0}"/>
              </a:ext>
            </a:extLst>
          </p:cNvPr>
          <p:cNvSpPr txBox="1"/>
          <p:nvPr/>
        </p:nvSpPr>
        <p:spPr>
          <a:xfrm>
            <a:off x="754692" y="1079577"/>
            <a:ext cx="615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956"/>
            <a:r>
              <a:rPr lang="en-GB" sz="1100" dirty="0">
                <a:solidFill>
                  <a:srgbClr val="37404D"/>
                </a:solidFill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Period</a:t>
            </a:r>
            <a:endParaRPr lang="en-IN" sz="1100" dirty="0">
              <a:solidFill>
                <a:srgbClr val="37404D"/>
              </a:solidFill>
              <a:latin typeface="Inter" panose="02000803000000020004" pitchFamily="50" charset="0"/>
              <a:ea typeface="Inter" panose="02000803000000020004" pitchFamily="50" charset="0"/>
              <a:cs typeface="Inter" panose="02000803000000020004" pitchFamily="50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BA67E63-CAA1-37EE-C07C-DCADCBCFDD73}"/>
              </a:ext>
            </a:extLst>
          </p:cNvPr>
          <p:cNvCxnSpPr>
            <a:cxnSpLocks/>
          </p:cNvCxnSpPr>
          <p:nvPr/>
        </p:nvCxnSpPr>
        <p:spPr>
          <a:xfrm>
            <a:off x="3237470" y="1088856"/>
            <a:ext cx="0" cy="575497"/>
          </a:xfrm>
          <a:prstGeom prst="line">
            <a:avLst/>
          </a:prstGeom>
          <a:ln w="50800">
            <a:solidFill>
              <a:srgbClr val="37404D">
                <a:alpha val="5011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4A839F1-3C7E-B10E-DC00-5593B1F6AED8}"/>
              </a:ext>
            </a:extLst>
          </p:cNvPr>
          <p:cNvSpPr/>
          <p:nvPr/>
        </p:nvSpPr>
        <p:spPr>
          <a:xfrm>
            <a:off x="7569636" y="1340052"/>
            <a:ext cx="4401487" cy="4440671"/>
          </a:xfrm>
          <a:prstGeom prst="rect">
            <a:avLst/>
          </a:prstGeom>
          <a:noFill/>
          <a:ln w="31750">
            <a:solidFill>
              <a:srgbClr val="3B82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S" dirty="0"/>
          </a:p>
        </p:txBody>
      </p:sp>
      <p:sp>
        <p:nvSpPr>
          <p:cNvPr id="49" name="Rounded Rectangle 301">
            <a:extLst>
              <a:ext uri="{FF2B5EF4-FFF2-40B4-BE49-F238E27FC236}">
                <a16:creationId xmlns:a16="http://schemas.microsoft.com/office/drawing/2014/main" id="{15636E0E-B7EF-9BBD-AA1B-EADB6420449E}"/>
              </a:ext>
            </a:extLst>
          </p:cNvPr>
          <p:cNvSpPr/>
          <p:nvPr/>
        </p:nvSpPr>
        <p:spPr>
          <a:xfrm>
            <a:off x="9863894" y="2159541"/>
            <a:ext cx="157479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1,729</a:t>
            </a:r>
          </a:p>
        </p:txBody>
      </p:sp>
      <p:sp>
        <p:nvSpPr>
          <p:cNvPr id="52" name="Rounded Rectangle 301">
            <a:extLst>
              <a:ext uri="{FF2B5EF4-FFF2-40B4-BE49-F238E27FC236}">
                <a16:creationId xmlns:a16="http://schemas.microsoft.com/office/drawing/2014/main" id="{6AAC7E62-E1E6-607F-1170-44ADB71DA02F}"/>
              </a:ext>
            </a:extLst>
          </p:cNvPr>
          <p:cNvSpPr/>
          <p:nvPr/>
        </p:nvSpPr>
        <p:spPr>
          <a:xfrm>
            <a:off x="9863894" y="4028698"/>
            <a:ext cx="1530442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49</a:t>
            </a:r>
          </a:p>
        </p:txBody>
      </p:sp>
      <p:pic>
        <p:nvPicPr>
          <p:cNvPr id="56" name="Picture 8">
            <a:extLst>
              <a:ext uri="{FF2B5EF4-FFF2-40B4-BE49-F238E27FC236}">
                <a16:creationId xmlns:a16="http://schemas.microsoft.com/office/drawing/2014/main" id="{03B035AE-ED3A-565E-8085-93D1ADD8E6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9628" y="138044"/>
            <a:ext cx="635927" cy="570832"/>
          </a:xfrm>
          <a:prstGeom prst="rect">
            <a:avLst/>
          </a:prstGeom>
        </p:spPr>
      </p:pic>
      <p:sp>
        <p:nvSpPr>
          <p:cNvPr id="9" name="Rounded Rectangle 301">
            <a:extLst>
              <a:ext uri="{FF2B5EF4-FFF2-40B4-BE49-F238E27FC236}">
                <a16:creationId xmlns:a16="http://schemas.microsoft.com/office/drawing/2014/main" id="{255038C7-F5C0-61ED-BF16-DABA85D42763}"/>
              </a:ext>
            </a:extLst>
          </p:cNvPr>
          <p:cNvSpPr/>
          <p:nvPr/>
        </p:nvSpPr>
        <p:spPr>
          <a:xfrm>
            <a:off x="9670569" y="4707594"/>
            <a:ext cx="1940586" cy="1932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0.2X</a:t>
            </a:r>
          </a:p>
        </p:txBody>
      </p:sp>
      <p:sp>
        <p:nvSpPr>
          <p:cNvPr id="10" name="Rounded Rectangle 301">
            <a:extLst>
              <a:ext uri="{FF2B5EF4-FFF2-40B4-BE49-F238E27FC236}">
                <a16:creationId xmlns:a16="http://schemas.microsoft.com/office/drawing/2014/main" id="{4C2960AC-84BC-ED53-3FEE-B1811F55741A}"/>
              </a:ext>
            </a:extLst>
          </p:cNvPr>
          <p:cNvSpPr/>
          <p:nvPr/>
        </p:nvSpPr>
        <p:spPr>
          <a:xfrm>
            <a:off x="9738889" y="5263322"/>
            <a:ext cx="187226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53%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C6B9A-A5CE-C993-F7E6-E812422E7067}"/>
              </a:ext>
            </a:extLst>
          </p:cNvPr>
          <p:cNvSpPr txBox="1"/>
          <p:nvPr/>
        </p:nvSpPr>
        <p:spPr>
          <a:xfrm>
            <a:off x="6228284" y="5984062"/>
            <a:ext cx="61247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*Estimated Sourcing Effectiveness = (# Events * Avg Est Industry Events Size) / Est Sourcing Goal 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5E5466-6A38-2041-08B4-8981EC5BFE19}"/>
              </a:ext>
            </a:extLst>
          </p:cNvPr>
          <p:cNvCxnSpPr/>
          <p:nvPr/>
        </p:nvCxnSpPr>
        <p:spPr>
          <a:xfrm flipV="1">
            <a:off x="11041811" y="4707594"/>
            <a:ext cx="250166" cy="193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016907CA-F458-EAC0-0F94-2AAEFEDDC4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1625681"/>
              </p:ext>
            </p:extLst>
          </p:nvPr>
        </p:nvGraphicFramePr>
        <p:xfrm>
          <a:off x="-1" y="1739162"/>
          <a:ext cx="7362979" cy="4242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06020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1">
      <a:dk1>
        <a:srgbClr val="3F434F"/>
      </a:dk1>
      <a:lt1>
        <a:srgbClr val="FFFFFF"/>
      </a:lt1>
      <a:dk2>
        <a:srgbClr val="3C8296"/>
      </a:dk2>
      <a:lt2>
        <a:srgbClr val="E7E6E6"/>
      </a:lt2>
      <a:accent1>
        <a:srgbClr val="D22438"/>
      </a:accent1>
      <a:accent2>
        <a:srgbClr val="E0C36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3eb39f4-33c6-453d-b7f2-25047aa3e654">
      <UserInfo>
        <DisplayName/>
        <AccountId xsi:nil="true"/>
        <AccountType/>
      </UserInfo>
    </SharedWithUsers>
    <lcf76f155ced4ddcb4097134ff3c332f xmlns="d6db62c4-0963-4222-b922-0ce5fbb2b3ba">
      <Terms xmlns="http://schemas.microsoft.com/office/infopath/2007/PartnerControls"/>
    </lcf76f155ced4ddcb4097134ff3c332f>
    <Typeofpresentation xmlns="d6db62c4-0963-4222-b922-0ce5fbb2b3ba" xsi:nil="true"/>
    <TaxCatchAll xmlns="53eb39f4-33c6-453d-b7f2-25047aa3e65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AD7FEF-2AE8-4F02-82EE-D74186BA6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9179C5-E126-47BE-9269-B60849C3C9F1}">
  <ds:schemaRefs>
    <ds:schemaRef ds:uri="http://purl.org/dc/elements/1.1/"/>
    <ds:schemaRef ds:uri="c1d9e0d9-f908-4486-82cb-d503b56a97b2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9e58fea6-b088-481a-9e3d-63c9d7750acd"/>
  </ds:schemaRefs>
</ds:datastoreItem>
</file>

<file path=customXml/itemProps3.xml><?xml version="1.0" encoding="utf-8"?>
<ds:datastoreItem xmlns:ds="http://schemas.openxmlformats.org/officeDocument/2006/customXml" ds:itemID="{912160AE-D5DE-4FCA-8DDB-4B9AD4719CF7}"/>
</file>

<file path=docProps/app.xml><?xml version="1.0" encoding="utf-8"?>
<Properties xmlns="http://schemas.openxmlformats.org/officeDocument/2006/extended-properties" xmlns:vt="http://schemas.openxmlformats.org/officeDocument/2006/docPropsVTypes">
  <TotalTime>24169</TotalTime>
  <Words>77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Inter</vt:lpstr>
      <vt:lpstr>Inter Light</vt:lpstr>
      <vt:lpstr>Inter Semi Bold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 Christensen</dc:creator>
  <cp:lastModifiedBy>Will Hughes</cp:lastModifiedBy>
  <cp:revision>187</cp:revision>
  <dcterms:created xsi:type="dcterms:W3CDTF">2020-10-19T23:59:38Z</dcterms:created>
  <dcterms:modified xsi:type="dcterms:W3CDTF">2025-09-15T19:05:56Z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</Properties>
</file>