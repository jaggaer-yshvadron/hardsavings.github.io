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3AF55-7CE3-498F-8191-97C7854FE302}" v="6" dt="2024-11-26T20:27:48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ughes" userId="215458e5-3764-41db-9332-8578d2882a85" providerId="ADAL" clId="{4023AF55-7CE3-498F-8191-97C7854FE302}"/>
    <pc:docChg chg="delSld modSld">
      <pc:chgData name="Will Hughes" userId="215458e5-3764-41db-9332-8578d2882a85" providerId="ADAL" clId="{4023AF55-7CE3-498F-8191-97C7854FE302}" dt="2024-11-26T20:29:28.739" v="72" actId="2696"/>
      <pc:docMkLst>
        <pc:docMk/>
      </pc:docMkLst>
      <pc:sldChg chg="del">
        <pc:chgData name="Will Hughes" userId="215458e5-3764-41db-9332-8578d2882a85" providerId="ADAL" clId="{4023AF55-7CE3-498F-8191-97C7854FE302}" dt="2024-11-12T18:23:41.066" v="0" actId="2696"/>
        <pc:sldMkLst>
          <pc:docMk/>
          <pc:sldMk cId="95992585" sldId="256"/>
        </pc:sldMkLst>
      </pc:sldChg>
      <pc:sldChg chg="del">
        <pc:chgData name="Will Hughes" userId="215458e5-3764-41db-9332-8578d2882a85" providerId="ADAL" clId="{4023AF55-7CE3-498F-8191-97C7854FE302}" dt="2024-11-26T20:29:28.739" v="72" actId="2696"/>
        <pc:sldMkLst>
          <pc:docMk/>
          <pc:sldMk cId="95992585" sldId="257"/>
        </pc:sldMkLst>
      </pc:sldChg>
      <pc:sldChg chg="addSp modSp mod">
        <pc:chgData name="Will Hughes" userId="215458e5-3764-41db-9332-8578d2882a85" providerId="ADAL" clId="{4023AF55-7CE3-498F-8191-97C7854FE302}" dt="2024-11-26T20:14:48.982" v="32" actId="20577"/>
        <pc:sldMkLst>
          <pc:docMk/>
          <pc:sldMk cId="95992585" sldId="259"/>
        </pc:sldMkLst>
        <pc:spChg chg="add mod">
          <ac:chgData name="Will Hughes" userId="215458e5-3764-41db-9332-8578d2882a85" providerId="ADAL" clId="{4023AF55-7CE3-498F-8191-97C7854FE302}" dt="2024-11-26T20:12:01.717" v="1"/>
          <ac:spMkLst>
            <pc:docMk/>
            <pc:sldMk cId="95992585" sldId="259"/>
            <ac:spMk id="2" creationId="{A1FB5038-67E8-9E02-8919-77517C63F3AA}"/>
          </ac:spMkLst>
        </pc:spChg>
        <pc:spChg chg="add mod">
          <ac:chgData name="Will Hughes" userId="215458e5-3764-41db-9332-8578d2882a85" providerId="ADAL" clId="{4023AF55-7CE3-498F-8191-97C7854FE302}" dt="2024-11-26T20:14:48.982" v="32" actId="20577"/>
          <ac:spMkLst>
            <pc:docMk/>
            <pc:sldMk cId="95992585" sldId="259"/>
            <ac:spMk id="3" creationId="{9CD0F9B7-4C04-53F8-7D80-04872BFBD70A}"/>
          </ac:spMkLst>
        </pc:spChg>
      </pc:sldChg>
      <pc:sldChg chg="addSp modSp mod">
        <pc:chgData name="Will Hughes" userId="215458e5-3764-41db-9332-8578d2882a85" providerId="ADAL" clId="{4023AF55-7CE3-498F-8191-97C7854FE302}" dt="2024-11-26T20:18:39.198" v="37" actId="20577"/>
        <pc:sldMkLst>
          <pc:docMk/>
          <pc:sldMk cId="95992585" sldId="260"/>
        </pc:sldMkLst>
        <pc:spChg chg="add mod">
          <ac:chgData name="Will Hughes" userId="215458e5-3764-41db-9332-8578d2882a85" providerId="ADAL" clId="{4023AF55-7CE3-498F-8191-97C7854FE302}" dt="2024-11-26T20:18:39.198" v="37" actId="20577"/>
          <ac:spMkLst>
            <pc:docMk/>
            <pc:sldMk cId="95992585" sldId="260"/>
            <ac:spMk id="2" creationId="{AC4C1DBF-D9C9-DF38-08B3-0C2BB5290E99}"/>
          </ac:spMkLst>
        </pc:spChg>
      </pc:sldChg>
      <pc:sldChg chg="addSp modSp mod">
        <pc:chgData name="Will Hughes" userId="215458e5-3764-41db-9332-8578d2882a85" providerId="ADAL" clId="{4023AF55-7CE3-498F-8191-97C7854FE302}" dt="2024-11-26T20:23:17.799" v="44" actId="20577"/>
        <pc:sldMkLst>
          <pc:docMk/>
          <pc:sldMk cId="95992585" sldId="261"/>
        </pc:sldMkLst>
        <pc:spChg chg="add mod">
          <ac:chgData name="Will Hughes" userId="215458e5-3764-41db-9332-8578d2882a85" providerId="ADAL" clId="{4023AF55-7CE3-498F-8191-97C7854FE302}" dt="2024-11-26T20:23:17.799" v="44" actId="20577"/>
          <ac:spMkLst>
            <pc:docMk/>
            <pc:sldMk cId="95992585" sldId="261"/>
            <ac:spMk id="2" creationId="{72DD6C11-FFF9-5845-5B4E-FA643B714D9D}"/>
          </ac:spMkLst>
        </pc:spChg>
      </pc:sldChg>
      <pc:sldChg chg="addSp modSp mod">
        <pc:chgData name="Will Hughes" userId="215458e5-3764-41db-9332-8578d2882a85" providerId="ADAL" clId="{4023AF55-7CE3-498F-8191-97C7854FE302}" dt="2024-11-26T20:27:35.659" v="64" actId="20577"/>
        <pc:sldMkLst>
          <pc:docMk/>
          <pc:sldMk cId="95992585" sldId="262"/>
        </pc:sldMkLst>
        <pc:spChg chg="add mod">
          <ac:chgData name="Will Hughes" userId="215458e5-3764-41db-9332-8578d2882a85" providerId="ADAL" clId="{4023AF55-7CE3-498F-8191-97C7854FE302}" dt="2024-11-26T20:27:35.659" v="64" actId="20577"/>
          <ac:spMkLst>
            <pc:docMk/>
            <pc:sldMk cId="95992585" sldId="262"/>
            <ac:spMk id="2" creationId="{5D3C32A9-F549-1ABC-3A80-D608AAB280A5}"/>
          </ac:spMkLst>
        </pc:spChg>
      </pc:sldChg>
      <pc:sldChg chg="addSp modSp mod">
        <pc:chgData name="Will Hughes" userId="215458e5-3764-41db-9332-8578d2882a85" providerId="ADAL" clId="{4023AF55-7CE3-498F-8191-97C7854FE302}" dt="2024-11-26T20:29:09.915" v="71" actId="20577"/>
        <pc:sldMkLst>
          <pc:docMk/>
          <pc:sldMk cId="95992585" sldId="263"/>
        </pc:sldMkLst>
        <pc:spChg chg="add mod">
          <ac:chgData name="Will Hughes" userId="215458e5-3764-41db-9332-8578d2882a85" providerId="ADAL" clId="{4023AF55-7CE3-498F-8191-97C7854FE302}" dt="2024-11-26T20:29:09.915" v="71" actId="20577"/>
          <ac:spMkLst>
            <pc:docMk/>
            <pc:sldMk cId="95992585" sldId="263"/>
            <ac:spMk id="2" creationId="{84E6079A-314D-451A-BD32-8D8A298882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Front Page">
            <a:extLst>
              <a:ext uri="{FF2B5EF4-FFF2-40B4-BE49-F238E27FC236}">
                <a16:creationId xmlns:a16="http://schemas.microsoft.com/office/drawing/2014/main" id="{4A5BE5A4-4BF9-48EC-8D23-346E4E490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Executive Overview">
            <a:extLst>
              <a:ext uri="{FF2B5EF4-FFF2-40B4-BE49-F238E27FC236}">
                <a16:creationId xmlns:a16="http://schemas.microsoft.com/office/drawing/2014/main" id="{00C1FBED-D400-4AE2-BABB-100515360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FB5038-67E8-9E02-8919-77517C63F3AA}"/>
              </a:ext>
            </a:extLst>
          </p:cNvPr>
          <p:cNvSpPr txBox="1"/>
          <p:nvPr/>
        </p:nvSpPr>
        <p:spPr>
          <a:xfrm>
            <a:off x="2045616" y="3186260"/>
            <a:ext cx="47416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Capturing high volume of spend under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High percentage of Spend On-Contract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Contracts for eSignature and capturing </a:t>
            </a:r>
            <a:r>
              <a:rPr lang="en-US" sz="1400" dirty="0" err="1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ePro</a:t>
            </a: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 spend.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0F9B7-4C04-53F8-7D80-04872BFBD70A}"/>
              </a:ext>
            </a:extLst>
          </p:cNvPr>
          <p:cNvSpPr txBox="1"/>
          <p:nvPr/>
        </p:nvSpPr>
        <p:spPr>
          <a:xfrm>
            <a:off x="7307343" y="3186260"/>
            <a:ext cx="47416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Increase Catalog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Decrease requisition approval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Increase invoices captures through automated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Increase % of No-Touch Invoices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Award sourcing events within JAGGAER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Utilize Contracts+ for contract renewals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eProcurement">
            <a:extLst>
              <a:ext uri="{FF2B5EF4-FFF2-40B4-BE49-F238E27FC236}">
                <a16:creationId xmlns:a16="http://schemas.microsoft.com/office/drawing/2014/main" id="{2F798D6C-3DD1-43E3-B376-E4ACB2770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4C1DBF-D9C9-DF38-08B3-0C2BB5290E99}"/>
              </a:ext>
            </a:extLst>
          </p:cNvPr>
          <p:cNvSpPr txBox="1"/>
          <p:nvPr/>
        </p:nvSpPr>
        <p:spPr>
          <a:xfrm>
            <a:off x="6619187" y="4374038"/>
            <a:ext cx="53340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$93M spend under management in last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2.2 days – Average approval time (1.3 Days Industry average)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89.4% - Spend On-Contract!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Invoicing">
            <a:extLst>
              <a:ext uri="{FF2B5EF4-FFF2-40B4-BE49-F238E27FC236}">
                <a16:creationId xmlns:a16="http://schemas.microsoft.com/office/drawing/2014/main" id="{76B210E1-C08A-47D3-BA22-1E31F04D0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DD6C11-FFF9-5845-5B4E-FA643B714D9D}"/>
              </a:ext>
            </a:extLst>
          </p:cNvPr>
          <p:cNvSpPr txBox="1"/>
          <p:nvPr/>
        </p:nvSpPr>
        <p:spPr>
          <a:xfrm>
            <a:off x="6619187" y="4374038"/>
            <a:ext cx="53340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4.7k invoices processed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&lt; 10% invoices captured through fully automated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6% No-Touch Invoices (Industry average 43%)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ourcing">
            <a:extLst>
              <a:ext uri="{FF2B5EF4-FFF2-40B4-BE49-F238E27FC236}">
                <a16:creationId xmlns:a16="http://schemas.microsoft.com/office/drawing/2014/main" id="{DCB8E9F5-78D2-4A23-BE7D-4D69A8518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3C32A9-F549-1ABC-3A80-D608AAB280A5}"/>
              </a:ext>
            </a:extLst>
          </p:cNvPr>
          <p:cNvSpPr txBox="1"/>
          <p:nvPr/>
        </p:nvSpPr>
        <p:spPr>
          <a:xfrm>
            <a:off x="6619187" y="4374038"/>
            <a:ext cx="53340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24 sourcing events in last 12 months (Industry avg: 54)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50% of events awarded in JAGGAER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Not using Target or Historical Price Fields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Contracts">
            <a:extLst>
              <a:ext uri="{FF2B5EF4-FFF2-40B4-BE49-F238E27FC236}">
                <a16:creationId xmlns:a16="http://schemas.microsoft.com/office/drawing/2014/main" id="{F998CEB4-D57F-40E5-A0AE-40DA2330B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6079A-314D-451A-BD32-8D8A2988828F}"/>
              </a:ext>
            </a:extLst>
          </p:cNvPr>
          <p:cNvSpPr txBox="1"/>
          <p:nvPr/>
        </p:nvSpPr>
        <p:spPr>
          <a:xfrm>
            <a:off x="6619187" y="4374038"/>
            <a:ext cx="53340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1.5K contracts created in last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98% of contracts for eProcurement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Zero contracts renewed in Contracts+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38% of contracts used eSignature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Extra Slide">
            <a:extLst>
              <a:ext uri="{FF2B5EF4-FFF2-40B4-BE49-F238E27FC236}">
                <a16:creationId xmlns:a16="http://schemas.microsoft.com/office/drawing/2014/main" id="{15747DCF-D879-4127-A91D-16D958EF4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Props1.xml><?xml version="1.0" encoding="utf-8"?>
<ds:datastoreItem xmlns:ds="http://schemas.openxmlformats.org/officeDocument/2006/customXml" ds:itemID="{B409C52A-A754-4AB3-A299-D687242835D1}"/>
</file>

<file path=customXml/itemProps2.xml><?xml version="1.0" encoding="utf-8"?>
<ds:datastoreItem xmlns:ds="http://schemas.openxmlformats.org/officeDocument/2006/customXml" ds:itemID="{5CC86852-B8A2-427B-81FB-89D38CB57899}"/>
</file>

<file path=customXml/itemProps3.xml><?xml version="1.0" encoding="utf-8"?>
<ds:datastoreItem xmlns:ds="http://schemas.openxmlformats.org/officeDocument/2006/customXml" ds:itemID="{8BAD38D7-65A2-4840-AE4B-0D8E04CB1160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Hughes</dc:creator>
  <cp:lastModifiedBy>Will Hughes</cp:lastModifiedBy>
  <cp:revision>1</cp:revision>
  <dcterms:created xsi:type="dcterms:W3CDTF">2024-11-12T18:17:36Z</dcterms:created>
  <dcterms:modified xsi:type="dcterms:W3CDTF">2024-11-26T20:29:32Z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